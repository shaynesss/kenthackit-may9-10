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14"/>
  </p:notesMasterIdLst>
  <p:sldIdLst>
    <p:sldId id="256" r:id="rId2"/>
    <p:sldId id="260" r:id="rId3"/>
    <p:sldId id="257" r:id="rId4"/>
    <p:sldId id="265" r:id="rId5"/>
    <p:sldId id="258" r:id="rId6"/>
    <p:sldId id="266" r:id="rId7"/>
    <p:sldId id="267" r:id="rId8"/>
    <p:sldId id="268" r:id="rId9"/>
    <p:sldId id="259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45"/>
  </p:normalViewPr>
  <p:slideViewPr>
    <p:cSldViewPr snapToGrid="0">
      <p:cViewPr>
        <p:scale>
          <a:sx n="101" d="100"/>
          <a:sy n="101" d="100"/>
        </p:scale>
        <p:origin x="100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5D82-ED58-BD4E-AE6B-14208A52E094}" type="datetimeFigureOut">
              <a:rPr lang="en-US" smtClean="0"/>
              <a:t>5/9/26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3B255-33C1-194D-98BA-34149D31C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829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F3B255-33C1-194D-98BA-34149D31C9A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978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77D20-2F6C-95B6-E3EA-B8F16F667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CBF14B-F488-4BCB-5133-8B78F7235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263C2-6EB8-BC14-3A1C-7EFA7F718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CA5DB-9CCF-AE67-575D-4A5E8D23A2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F3B255-33C1-194D-98BA-34149D31C9A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41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CE0EB-3965-2212-66DE-D0CF4F52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B27229-19D7-8C79-1101-8D906922B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4E7061-EC6D-0596-2017-4D7AA715A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E7903-DEA4-7ABF-9536-8C891204D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F3B255-33C1-194D-98BA-34149D31C9A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835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708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36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770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290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059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249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983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446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23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56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58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6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A colorful lines in a white background&#10;&#10;Description automatically generated">
            <a:extLst>
              <a:ext uri="{FF2B5EF4-FFF2-40B4-BE49-F238E27FC236}">
                <a16:creationId xmlns:a16="http://schemas.microsoft.com/office/drawing/2014/main" id="{2E0B3D47-2D12-2AE6-5D27-486B66BCA7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46" b="6585"/>
          <a:stretch>
            <a:fillRect/>
          </a:stretch>
        </p:blipFill>
        <p:spPr>
          <a:xfrm>
            <a:off x="21" y="-15662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491A3C-FF84-3FE9-A90E-5CFF33B70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0" y="1165449"/>
            <a:ext cx="5865637" cy="2155820"/>
          </a:xfrm>
        </p:spPr>
        <p:txBody>
          <a:bodyPr anchor="t">
            <a:normAutofit fontScale="90000"/>
          </a:bodyPr>
          <a:lstStyle/>
          <a:p>
            <a:r>
              <a:rPr lang="en-US" sz="6600" dirty="0">
                <a:highlight>
                  <a:srgbClr val="000000"/>
                </a:highlight>
              </a:rPr>
              <a:t>Hackathon Project – AI GMI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11F25A-4D8B-CC06-1C8F-F602F024D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52510" y="5498443"/>
            <a:ext cx="4381634" cy="1157436"/>
          </a:xfrm>
        </p:spPr>
        <p:txBody>
          <a:bodyPr anchor="b">
            <a:normAutofit/>
          </a:bodyPr>
          <a:lstStyle/>
          <a:p>
            <a:r>
              <a:rPr lang="en-US" sz="2400" dirty="0">
                <a:highlight>
                  <a:srgbClr val="000000"/>
                </a:highlight>
              </a:rPr>
              <a:t>Michael Altea &amp; Shayne Yong &amp; Angelo Altea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FAE161-A1B4-B100-72BF-7DB0869A6895}"/>
              </a:ext>
            </a:extLst>
          </p:cNvPr>
          <p:cNvSpPr txBox="1"/>
          <p:nvPr/>
        </p:nvSpPr>
        <p:spPr>
          <a:xfrm>
            <a:off x="517868" y="651387"/>
            <a:ext cx="2187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0000"/>
                </a:highlight>
              </a:rPr>
              <a:t>Sat 9 – 10 May 2026 - </a:t>
            </a:r>
            <a:r>
              <a:rPr lang="en-US" dirty="0" err="1">
                <a:highlight>
                  <a:srgbClr val="000000"/>
                </a:highlight>
              </a:rPr>
              <a:t>KentHackIT</a:t>
            </a:r>
            <a:endParaRPr lang="en-US" dirty="0">
              <a:highlight>
                <a:srgbClr val="000000"/>
              </a:highlight>
            </a:endParaRPr>
          </a:p>
        </p:txBody>
      </p:sp>
      <p:pic>
        <p:nvPicPr>
          <p:cNvPr id="7" name="Picture 6" descr="A toaster with a piece of paper on top of it&#10;&#10;Description automatically generated">
            <a:extLst>
              <a:ext uri="{FF2B5EF4-FFF2-40B4-BE49-F238E27FC236}">
                <a16:creationId xmlns:a16="http://schemas.microsoft.com/office/drawing/2014/main" id="{24D995C8-F935-26AF-B1B8-D56252313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92" y="3527640"/>
            <a:ext cx="2993994" cy="297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7051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9FD9A-D523-E3F1-5027-1D77AA762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66171"/>
          </a:xfrm>
        </p:spPr>
        <p:txBody>
          <a:bodyPr/>
          <a:lstStyle/>
          <a:p>
            <a:r>
              <a:rPr lang="en-US" dirty="0"/>
              <a:t>Context /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8D087-47D6-73AA-8578-EC4A48461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06600"/>
            <a:ext cx="11155680" cy="4339336"/>
          </a:xfrm>
        </p:spPr>
        <p:txBody>
          <a:bodyPr>
            <a:normAutofit/>
          </a:bodyPr>
          <a:lstStyle/>
          <a:p>
            <a:r>
              <a:rPr lang="en-US" sz="2000" dirty="0"/>
              <a:t>As university students, money is a problem we all face, whether it’s managing it and/or trying to earn some more. </a:t>
            </a:r>
          </a:p>
          <a:p>
            <a:endParaRPr lang="en-US" sz="2000" dirty="0"/>
          </a:p>
          <a:p>
            <a:r>
              <a:rPr lang="en-US" sz="2000" dirty="0"/>
              <a:t>To be able to make some income while also studying (or before you leave university) you are going to need to create a CV to send to workplaces that are currently hiring. 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But how can you tell if the CV you made is formatted correctly or at least good enough to send? Here’s where AI GMI (Am I Gonna Make IT?) comes in! </a:t>
            </a:r>
          </a:p>
        </p:txBody>
      </p:sp>
    </p:spTree>
    <p:extLst>
      <p:ext uri="{BB962C8B-B14F-4D97-AF65-F5344CB8AC3E}">
        <p14:creationId xmlns:p14="http://schemas.microsoft.com/office/powerpoint/2010/main" val="4249100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08ECB-CDA1-DB73-5452-D36E63C4C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solution – AI GMI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73665-8773-7446-77CF-096E9D78B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032000"/>
            <a:ext cx="11155680" cy="4076192"/>
          </a:xfrm>
        </p:spPr>
        <p:txBody>
          <a:bodyPr>
            <a:normAutofit/>
          </a:bodyPr>
          <a:lstStyle/>
          <a:p>
            <a:r>
              <a:rPr lang="en-US" sz="2000" dirty="0"/>
              <a:t>Our Pitch</a:t>
            </a:r>
          </a:p>
          <a:p>
            <a:pPr marL="0" indent="0">
              <a:buNone/>
            </a:pPr>
            <a:r>
              <a:rPr lang="en-US" sz="2000" dirty="0"/>
              <a:t>      The user selects the industry they want to go into, uploads what their CV currently looks like </a:t>
            </a:r>
          </a:p>
          <a:p>
            <a:pPr marL="0" indent="0">
              <a:buNone/>
            </a:pPr>
            <a:r>
              <a:rPr lang="en-US" sz="2000" dirty="0"/>
              <a:t>      and then the AI will begin to humor the user by roasting/finding the flaws within the CV. </a:t>
            </a:r>
          </a:p>
          <a:p>
            <a:pPr marL="0" indent="0">
              <a:buNone/>
            </a:pPr>
            <a:r>
              <a:rPr lang="en-US" sz="2000" dirty="0"/>
              <a:t>     </a:t>
            </a:r>
          </a:p>
          <a:p>
            <a:pPr marL="0" indent="0">
              <a:buNone/>
            </a:pPr>
            <a:r>
              <a:rPr lang="en-US" sz="2000" dirty="0"/>
              <a:t>      Which will be voiced by an AI, to apply the MOST damage to the user’s mental health.</a:t>
            </a:r>
          </a:p>
          <a:p>
            <a:pPr marL="0" indent="0">
              <a:buNone/>
            </a:pPr>
            <a:r>
              <a:rPr lang="en-US" sz="2000" dirty="0"/>
              <a:t>      Though it’s not all bad, as afterwards the AI will compare it with the best CV examples it can find</a:t>
            </a:r>
          </a:p>
          <a:p>
            <a:pPr marL="0" indent="0">
              <a:buNone/>
            </a:pPr>
            <a:r>
              <a:rPr lang="en-US" sz="2000" dirty="0"/>
              <a:t>      for the industry selected. </a:t>
            </a:r>
          </a:p>
          <a:p>
            <a:pPr marL="0" indent="0">
              <a:buNone/>
            </a:pPr>
            <a:r>
              <a:rPr lang="en-US" sz="2000" dirty="0"/>
              <a:t>      Giving the user constructive criticism on their CV and a grade out of 100.</a:t>
            </a:r>
          </a:p>
        </p:txBody>
      </p:sp>
    </p:spTree>
    <p:extLst>
      <p:ext uri="{BB962C8B-B14F-4D97-AF65-F5344CB8AC3E}">
        <p14:creationId xmlns:p14="http://schemas.microsoft.com/office/powerpoint/2010/main" val="3661999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28188-CFCC-C47C-3DEF-7926900CC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624D2-37A3-C145-E034-DB0A0406B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solution – AI GMI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A0210-F509-4741-9B68-40AC81000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2006600"/>
            <a:ext cx="11155680" cy="3923792"/>
          </a:xfrm>
        </p:spPr>
        <p:txBody>
          <a:bodyPr>
            <a:normAutofit/>
          </a:bodyPr>
          <a:lstStyle/>
          <a:p>
            <a:r>
              <a:rPr lang="en-US" sz="2000" dirty="0"/>
              <a:t>What does our project solve?</a:t>
            </a:r>
          </a:p>
          <a:p>
            <a:pPr marL="0" indent="0">
              <a:buNone/>
            </a:pPr>
            <a:r>
              <a:rPr lang="en-US" sz="2000" dirty="0"/>
              <a:t>     Our project helps solve the user’s worry by giving them advice (after making fun of them :D)</a:t>
            </a:r>
          </a:p>
          <a:p>
            <a:pPr marL="0" indent="0">
              <a:buNone/>
            </a:pPr>
            <a:r>
              <a:rPr lang="en-US" sz="2000" dirty="0"/>
              <a:t>     which reduces their feeling of being lost and unable to trust their CV to get the into their chosen</a:t>
            </a:r>
          </a:p>
          <a:p>
            <a:pPr marL="0" indent="0">
              <a:buNone/>
            </a:pPr>
            <a:r>
              <a:rPr lang="en-US" sz="2000" dirty="0"/>
              <a:t>     industry. </a:t>
            </a:r>
          </a:p>
          <a:p>
            <a:r>
              <a:rPr lang="en-US" sz="2000" dirty="0"/>
              <a:t>Why did we make it?</a:t>
            </a:r>
          </a:p>
          <a:p>
            <a:pPr marL="0" indent="0">
              <a:buNone/>
            </a:pPr>
            <a:r>
              <a:rPr lang="en-US" sz="2000" dirty="0"/>
              <a:t>     To help current or leaving university students increase their chances of getting hired </a:t>
            </a:r>
          </a:p>
          <a:p>
            <a:pPr marL="0" indent="0">
              <a:buNone/>
            </a:pPr>
            <a:r>
              <a:rPr lang="en-US" sz="2000" dirty="0"/>
              <a:t>      into a workplace that’s a part of their industry</a:t>
            </a:r>
          </a:p>
        </p:txBody>
      </p:sp>
    </p:spTree>
    <p:extLst>
      <p:ext uri="{BB962C8B-B14F-4D97-AF65-F5344CB8AC3E}">
        <p14:creationId xmlns:p14="http://schemas.microsoft.com/office/powerpoint/2010/main" val="2616919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E3354-51CF-91E9-F455-54D2FB06E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92B50-40AC-6F6A-AE8D-4EACBE313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Frontend: </a:t>
            </a:r>
            <a:r>
              <a:rPr lang="en-US" dirty="0" err="1"/>
              <a:t>Typescript+React</a:t>
            </a:r>
            <a:r>
              <a:rPr lang="en-US" dirty="0"/>
              <a:t> </a:t>
            </a:r>
          </a:p>
          <a:p>
            <a:r>
              <a:rPr lang="en-US" dirty="0"/>
              <a:t>Backend: Python</a:t>
            </a:r>
          </a:p>
          <a:p>
            <a:r>
              <a:rPr lang="en-US" dirty="0"/>
              <a:t>Database: PostgreSQL</a:t>
            </a:r>
          </a:p>
        </p:txBody>
      </p:sp>
    </p:spTree>
    <p:extLst>
      <p:ext uri="{BB962C8B-B14F-4D97-AF65-F5344CB8AC3E}">
        <p14:creationId xmlns:p14="http://schemas.microsoft.com/office/powerpoint/2010/main" val="2025414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DDC1E-4417-3E5E-6C7F-C02B185F6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CC520-3B17-D624-8805-908352716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17E42-28E2-60A2-C553-8395D9A8C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Frontend: </a:t>
            </a:r>
            <a:r>
              <a:rPr lang="en-US" dirty="0" err="1"/>
              <a:t>Typescript+React</a:t>
            </a:r>
            <a:r>
              <a:rPr lang="en-US" dirty="0"/>
              <a:t> </a:t>
            </a:r>
          </a:p>
          <a:p>
            <a:r>
              <a:rPr lang="en-US" dirty="0"/>
              <a:t>Backend: Python</a:t>
            </a:r>
          </a:p>
          <a:p>
            <a:r>
              <a:rPr lang="en-US" dirty="0"/>
              <a:t>Database: PostgreSQL</a:t>
            </a:r>
          </a:p>
        </p:txBody>
      </p:sp>
    </p:spTree>
    <p:extLst>
      <p:ext uri="{BB962C8B-B14F-4D97-AF65-F5344CB8AC3E}">
        <p14:creationId xmlns:p14="http://schemas.microsoft.com/office/powerpoint/2010/main" val="771192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DD6F7-A3D8-3CC6-26D6-20062C054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78CF-7183-A9A9-A6D7-AB26BFE19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72051-E5F5-A849-64BF-82E6B9402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Frontend: </a:t>
            </a:r>
            <a:r>
              <a:rPr lang="en-US" dirty="0" err="1"/>
              <a:t>Typescript+React</a:t>
            </a:r>
            <a:r>
              <a:rPr lang="en-US" dirty="0"/>
              <a:t> </a:t>
            </a:r>
          </a:p>
          <a:p>
            <a:r>
              <a:rPr lang="en-US" dirty="0"/>
              <a:t>Backend: Python</a:t>
            </a:r>
          </a:p>
          <a:p>
            <a:r>
              <a:rPr lang="en-US" dirty="0"/>
              <a:t>Database: PostgreSQL</a:t>
            </a:r>
          </a:p>
        </p:txBody>
      </p:sp>
    </p:spTree>
    <p:extLst>
      <p:ext uri="{BB962C8B-B14F-4D97-AF65-F5344CB8AC3E}">
        <p14:creationId xmlns:p14="http://schemas.microsoft.com/office/powerpoint/2010/main" val="762191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07AE9-F7C7-D8F4-686B-A8EAB7A73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F6B30-4661-0A37-D475-DD41E6239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01192"/>
          </a:xfrm>
        </p:spPr>
        <p:txBody>
          <a:bodyPr/>
          <a:lstStyle/>
          <a:p>
            <a:r>
              <a:rPr lang="en-US" dirty="0"/>
              <a:t>More about our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319FA-BA4F-A9AF-5108-27F9FDD35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879600"/>
            <a:ext cx="11295888" cy="4724400"/>
          </a:xfrm>
        </p:spPr>
        <p:txBody>
          <a:bodyPr>
            <a:normAutofit/>
          </a:bodyPr>
          <a:lstStyle/>
          <a:p>
            <a:r>
              <a:rPr lang="en-US" sz="2000" dirty="0"/>
              <a:t>Scoring system</a:t>
            </a:r>
          </a:p>
          <a:p>
            <a:pPr marL="0" indent="0">
              <a:buNone/>
            </a:pPr>
            <a:r>
              <a:rPr lang="en-US" sz="2000" dirty="0"/>
              <a:t>     Input: The CV + What industry the user selected.</a:t>
            </a:r>
          </a:p>
          <a:p>
            <a:pPr marL="0" indent="0">
              <a:buNone/>
            </a:pPr>
            <a:r>
              <a:rPr lang="en-US" sz="2000" dirty="0"/>
              <a:t>     The scoring system grades the CV out of 10 depending on what they’ve wrote per section of the CV </a:t>
            </a:r>
          </a:p>
          <a:p>
            <a:pPr marL="0" indent="0">
              <a:buNone/>
            </a:pPr>
            <a:r>
              <a:rPr lang="en-US" sz="2000" dirty="0"/>
              <a:t>     (e.g. what's written on their skills, experience, education and etc.). Which will be compared against</a:t>
            </a:r>
          </a:p>
          <a:p>
            <a:pPr marL="0" indent="0">
              <a:buNone/>
            </a:pPr>
            <a:r>
              <a:rPr lang="en-US" sz="2000" dirty="0"/>
              <a:t>     excellent CV examples that have been written by students in their penultimate/final year of</a:t>
            </a:r>
          </a:p>
          <a:p>
            <a:pPr marL="0" indent="0">
              <a:buNone/>
            </a:pPr>
            <a:r>
              <a:rPr lang="en-US" sz="2000" dirty="0"/>
              <a:t>     university for applying into an internship. Then they will be given an overall score of their CV.</a:t>
            </a:r>
          </a:p>
          <a:p>
            <a:pPr marL="0" indent="0">
              <a:buNone/>
            </a:pPr>
            <a:r>
              <a:rPr lang="en-US" sz="2000" dirty="0"/>
              <a:t>     </a:t>
            </a:r>
          </a:p>
          <a:p>
            <a:pPr marL="0" indent="0">
              <a:buNone/>
            </a:pPr>
            <a:r>
              <a:rPr lang="en-US" sz="2000" dirty="0"/>
              <a:t>     This system  were implemented to give the user the best advice specific to their CV </a:t>
            </a:r>
          </a:p>
          <a:p>
            <a:pPr marL="0" indent="0">
              <a:buNone/>
            </a:pPr>
            <a:r>
              <a:rPr lang="en-US" sz="2000" dirty="0"/>
              <a:t>     Allowing the user to see where their CV currently scales compared to the best, so that they can</a:t>
            </a:r>
          </a:p>
          <a:p>
            <a:pPr marL="0" indent="0">
              <a:buNone/>
            </a:pPr>
            <a:r>
              <a:rPr lang="en-US" sz="2000" dirty="0"/>
              <a:t>     input it again into AI GMI and improve it through iteration.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174F93-5BBB-CDE5-FCEF-5BBE67533776}"/>
              </a:ext>
            </a:extLst>
          </p:cNvPr>
          <p:cNvSpPr txBox="1"/>
          <p:nvPr/>
        </p:nvSpPr>
        <p:spPr>
          <a:xfrm>
            <a:off x="7124700" y="793141"/>
            <a:ext cx="5232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depth project features.</a:t>
            </a:r>
          </a:p>
          <a:p>
            <a:r>
              <a:rPr lang="en-US" dirty="0"/>
              <a:t>How these features work, and why we implemented them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073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017E7-2A6F-A195-444A-B47607415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01192"/>
          </a:xfrm>
        </p:spPr>
        <p:txBody>
          <a:bodyPr/>
          <a:lstStyle/>
          <a:p>
            <a:r>
              <a:rPr lang="en-US" dirty="0"/>
              <a:t>More about our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8D386-99CF-1735-38C1-2E53E9BD7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79600"/>
            <a:ext cx="11155680" cy="4267200"/>
          </a:xfrm>
        </p:spPr>
        <p:txBody>
          <a:bodyPr>
            <a:normAutofit/>
          </a:bodyPr>
          <a:lstStyle/>
          <a:p>
            <a:r>
              <a:rPr lang="en-US" sz="2000" dirty="0"/>
              <a:t>Eleven labs</a:t>
            </a:r>
          </a:p>
          <a:p>
            <a:pPr marL="0" indent="0">
              <a:buNone/>
            </a:pPr>
            <a:r>
              <a:rPr lang="en-US" sz="2000" dirty="0"/>
              <a:t>     The Eleven labs API takes the text the AI has generated to roast and give advice to the user, then</a:t>
            </a:r>
          </a:p>
          <a:p>
            <a:pPr marL="0" indent="0">
              <a:buNone/>
            </a:pPr>
            <a:r>
              <a:rPr lang="en-US" sz="2000" dirty="0"/>
              <a:t>     converts it into audio. </a:t>
            </a:r>
          </a:p>
          <a:p>
            <a:pPr marL="0" indent="0">
              <a:buNone/>
            </a:pPr>
            <a:r>
              <a:rPr lang="en-US" sz="2000" dirty="0"/>
              <a:t>     This was added to allow for a better user experience, accessibility and damage to mental health </a:t>
            </a:r>
          </a:p>
          <a:p>
            <a:pPr marL="0" indent="0">
              <a:buNone/>
            </a:pPr>
            <a:r>
              <a:rPr lang="en-US" sz="2000" dirty="0"/>
              <a:t>     (in a good way :D)</a:t>
            </a:r>
          </a:p>
          <a:p>
            <a:r>
              <a:rPr lang="en-US" sz="2000" dirty="0" err="1"/>
              <a:t>Vultr</a:t>
            </a:r>
            <a:endParaRPr lang="en-US" sz="2000" dirty="0"/>
          </a:p>
          <a:p>
            <a:r>
              <a:rPr lang="en-US" sz="2000" dirty="0"/>
              <a:t>Unique prompt for each industry the user selects</a:t>
            </a:r>
          </a:p>
          <a:p>
            <a:r>
              <a:rPr lang="en-US" sz="2000" dirty="0"/>
              <a:t>Fake CV presets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C0EEC8-FD67-7887-C916-D093BD44C9F1}"/>
              </a:ext>
            </a:extLst>
          </p:cNvPr>
          <p:cNvSpPr txBox="1"/>
          <p:nvPr/>
        </p:nvSpPr>
        <p:spPr>
          <a:xfrm>
            <a:off x="7188200" y="551841"/>
            <a:ext cx="5232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depth project features.</a:t>
            </a:r>
          </a:p>
          <a:p>
            <a:r>
              <a:rPr lang="en-US" dirty="0"/>
              <a:t>How these features work, and why we implemented them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69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ADC86-151F-7E0C-5AFB-97C72D1CB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90234"/>
          </a:xfrm>
        </p:spPr>
        <p:txBody>
          <a:bodyPr/>
          <a:lstStyle/>
          <a:p>
            <a:r>
              <a:rPr lang="en-US" dirty="0"/>
              <a:t>Our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38BA3-2ACF-6008-31A2-5D6E6DD0D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892808"/>
            <a:ext cx="11155680" cy="3767328"/>
          </a:xfrm>
        </p:spPr>
        <p:txBody>
          <a:bodyPr>
            <a:normAutofit/>
          </a:bodyPr>
          <a:lstStyle/>
          <a:p>
            <a:r>
              <a:rPr lang="en-US" sz="2000" dirty="0"/>
              <a:t>What do we want our project to achieve?</a:t>
            </a:r>
          </a:p>
          <a:p>
            <a:pPr marL="0" indent="0">
              <a:buNone/>
            </a:pPr>
            <a:r>
              <a:rPr lang="en-US" sz="2000" dirty="0"/>
              <a:t>     Ultimately, our project hopes to assist the user with improving their CV to one that is tailored </a:t>
            </a:r>
          </a:p>
          <a:p>
            <a:pPr marL="0" indent="0">
              <a:buNone/>
            </a:pPr>
            <a:r>
              <a:rPr lang="en-US" sz="2000" dirty="0"/>
              <a:t>     to the industry they want to enter, so that their chances of getting hired increases.</a:t>
            </a:r>
          </a:p>
          <a:p>
            <a:r>
              <a:rPr lang="en-US" sz="2000" dirty="0"/>
              <a:t>The micro and macro of the project, should we choose to scale</a:t>
            </a:r>
          </a:p>
        </p:txBody>
      </p:sp>
    </p:spTree>
    <p:extLst>
      <p:ext uri="{BB962C8B-B14F-4D97-AF65-F5344CB8AC3E}">
        <p14:creationId xmlns:p14="http://schemas.microsoft.com/office/powerpoint/2010/main" val="296654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EE739-0756-0A56-3701-8A2BC628C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C5BE0-1709-7AFE-621B-EF9455283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Demo</a:t>
            </a:r>
          </a:p>
          <a:p>
            <a:r>
              <a:rPr lang="en-US" dirty="0"/>
              <a:t>Can be live/pre-recorded</a:t>
            </a:r>
          </a:p>
        </p:txBody>
      </p:sp>
    </p:spTree>
    <p:extLst>
      <p:ext uri="{BB962C8B-B14F-4D97-AF65-F5344CB8AC3E}">
        <p14:creationId xmlns:p14="http://schemas.microsoft.com/office/powerpoint/2010/main" val="104199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15F60-922A-20AB-78C6-795F8D9B7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630" y="1651000"/>
            <a:ext cx="4319270" cy="247142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AI GMI</a:t>
            </a:r>
            <a:br>
              <a:rPr lang="en-US" dirty="0"/>
            </a:br>
            <a:r>
              <a:rPr lang="en-US" dirty="0"/>
              <a:t>(Are we Gonna Make It???)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6DA0C56-4C73-91A4-AAC1-DF66175C4280}"/>
              </a:ext>
            </a:extLst>
          </p:cNvPr>
          <p:cNvSpPr txBox="1">
            <a:spLocks/>
          </p:cNvSpPr>
          <p:nvPr/>
        </p:nvSpPr>
        <p:spPr>
          <a:xfrm>
            <a:off x="989330" y="4239661"/>
            <a:ext cx="4031406" cy="142453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Thank you very much for listening and testing out our demo!!</a:t>
            </a:r>
          </a:p>
        </p:txBody>
      </p:sp>
      <p:pic>
        <p:nvPicPr>
          <p:cNvPr id="5" name="Picture 4" descr="A toaster with a piece of paper on top of it&#10;&#10;Description automatically generated">
            <a:extLst>
              <a:ext uri="{FF2B5EF4-FFF2-40B4-BE49-F238E27FC236}">
                <a16:creationId xmlns:a16="http://schemas.microsoft.com/office/drawing/2014/main" id="{96A04364-B4E0-CEB0-9AA4-A22E506BB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1262" y="1120084"/>
            <a:ext cx="4846713" cy="482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44291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701</Words>
  <Application>Microsoft Macintosh PowerPoint</Application>
  <PresentationFormat>Widescreen</PresentationFormat>
  <Paragraphs>77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Bierstadt</vt:lpstr>
      <vt:lpstr>Neue Haas Grotesk Text Pro</vt:lpstr>
      <vt:lpstr>GestaltVTI</vt:lpstr>
      <vt:lpstr>Hackathon Project – AI GMI</vt:lpstr>
      <vt:lpstr>Context / The Problem</vt:lpstr>
      <vt:lpstr>Our solution – AI GMI</vt:lpstr>
      <vt:lpstr>Our solution – AI GMI</vt:lpstr>
      <vt:lpstr>Tech Stack</vt:lpstr>
      <vt:lpstr>Tech Stack</vt:lpstr>
      <vt:lpstr>Tech Stack</vt:lpstr>
      <vt:lpstr>More about our project</vt:lpstr>
      <vt:lpstr>More about our project</vt:lpstr>
      <vt:lpstr>Our goals</vt:lpstr>
      <vt:lpstr>Demo</vt:lpstr>
      <vt:lpstr>AI GMI (Are we Gonna Make It???)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 Project</dc:title>
  <dc:creator>Michael Altea</dc:creator>
  <cp:lastModifiedBy>20177238</cp:lastModifiedBy>
  <cp:revision>3</cp:revision>
  <dcterms:created xsi:type="dcterms:W3CDTF">2026-05-04T13:54:51Z</dcterms:created>
  <dcterms:modified xsi:type="dcterms:W3CDTF">2026-05-09T20:41:36Z</dcterms:modified>
</cp:coreProperties>
</file>
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13"/>
  </p:notesMasterIdLst>
  <p:sldIdLst>
    <p:sldId id="256" r:id="rId2"/>
    <p:sldId id="260" r:id="rId3"/>
    <p:sldId id="257" r:id="rId4"/>
    <p:sldId id="265" r:id="rId5"/>
    <p:sldId id="258" r:id="rId6"/>
    <p:sldId id="268" r:id="rId7"/>
    <p:sldId id="259" r:id="rId8"/>
    <p:sldId id="269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745"/>
  </p:normalViewPr>
  <p:slideViewPr>
    <p:cSldViewPr snapToGrid="0">
      <p:cViewPr>
        <p:scale>
          <a:sx n="101" d="100"/>
          <a:sy n="101" d="100"/>
        </p:scale>
        <p:origin x="100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5D82-ED58-BD4E-AE6B-14208A52E094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3B255-33C1-194D-98BA-34149D31C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829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F3B255-33C1-194D-98BA-34149D31C9A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78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70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364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70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290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59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4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83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46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233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456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58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16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A colorful lines in a white background&#10;&#10;Description automatically generated">
            <a:extLst>
              <a:ext uri="{FF2B5EF4-FFF2-40B4-BE49-F238E27FC236}">
                <a16:creationId xmlns:a16="http://schemas.microsoft.com/office/drawing/2014/main" id="{2E0B3D47-2D12-2AE6-5D27-486B66BCA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46" b="6585"/>
          <a:stretch>
            <a:fillRect/>
          </a:stretch>
        </p:blipFill>
        <p:spPr>
          <a:xfrm>
            <a:off x="21" y="-15662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91A3C-FF84-3FE9-A90E-5CFF33B70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968" y="1373087"/>
            <a:ext cx="5865637" cy="2155820"/>
          </a:xfrm>
        </p:spPr>
        <p:txBody>
          <a:bodyPr anchor="t">
            <a:normAutofit fontScale="90000"/>
          </a:bodyPr>
          <a:lstStyle/>
          <a:p>
            <a:r>
              <a:rPr lang="en-US" sz="6600" dirty="0">
                <a:highlight>
                  <a:srgbClr val="000000"/>
                </a:highlight>
              </a:rPr>
              <a:t>Hackathon Project – AI GMI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1F25A-4D8B-CC06-1C8F-F602F024D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510" y="5498443"/>
            <a:ext cx="4381634" cy="1157436"/>
          </a:xfrm>
        </p:spPr>
        <p:txBody>
          <a:bodyPr anchor="b">
            <a:normAutofit/>
          </a:bodyPr>
          <a:lstStyle/>
          <a:p>
            <a:r>
              <a:rPr lang="en-US" sz="2400" dirty="0">
                <a:highlight>
                  <a:srgbClr val="000000"/>
                </a:highlight>
              </a:rPr>
              <a:t>Michael Altea &amp; Shayne Yong &amp; Angelo Altea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AE161-A1B4-B100-72BF-7DB0869A6895}"/>
              </a:ext>
            </a:extLst>
          </p:cNvPr>
          <p:cNvSpPr txBox="1"/>
          <p:nvPr/>
        </p:nvSpPr>
        <p:spPr>
          <a:xfrm>
            <a:off x="441668" y="749123"/>
            <a:ext cx="2187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000000"/>
                </a:highlight>
              </a:rPr>
              <a:t>Sat 9 – 10 May 2026 - </a:t>
            </a:r>
            <a:r>
              <a:rPr lang="en-US" dirty="0" err="1">
                <a:highlight>
                  <a:srgbClr val="000000"/>
                </a:highlight>
              </a:rPr>
              <a:t>KentHackIT</a:t>
            </a:r>
            <a:endParaRPr lang="en-US" dirty="0">
              <a:highlight>
                <a:srgbClr val="000000"/>
              </a:highlight>
            </a:endParaRPr>
          </a:p>
        </p:txBody>
      </p:sp>
      <p:pic>
        <p:nvPicPr>
          <p:cNvPr id="7" name="Picture 6" descr="A toaster with a piece of paper on top of it&#10;&#10;Description automatically generated">
            <a:extLst>
              <a:ext uri="{FF2B5EF4-FFF2-40B4-BE49-F238E27FC236}">
                <a16:creationId xmlns:a16="http://schemas.microsoft.com/office/drawing/2014/main" id="{24D995C8-F935-26AF-B1B8-D56252313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92" y="3527640"/>
            <a:ext cx="2993994" cy="2979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7051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9FD9A-D523-E3F1-5027-1D77AA76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66171"/>
          </a:xfrm>
        </p:spPr>
        <p:txBody>
          <a:bodyPr/>
          <a:lstStyle/>
          <a:p>
            <a:r>
              <a:rPr lang="en-US" dirty="0"/>
              <a:t>Context /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8D087-47D6-73AA-8578-EC4A48461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06600"/>
            <a:ext cx="11155680" cy="4339336"/>
          </a:xfrm>
        </p:spPr>
        <p:txBody>
          <a:bodyPr>
            <a:normAutofit/>
          </a:bodyPr>
          <a:lstStyle/>
          <a:p>
            <a:r>
              <a:rPr lang="en-US" sz="2000" dirty="0"/>
              <a:t>As university students, money is a problem we all face, whether it’s managing it and/or trying to earn some more. </a:t>
            </a:r>
          </a:p>
          <a:p>
            <a:endParaRPr lang="en-US" sz="2000" dirty="0"/>
          </a:p>
          <a:p>
            <a:r>
              <a:rPr lang="en-US" sz="2000" dirty="0"/>
              <a:t>To be able to make some income while also studying (or before you leave university) you are going to need to create a CV to send to workplaces that are currently hiring.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But how can you tell if the CV you made is formatted correctly or at least good enough to send? Here’s where AI GMI (Am I Gonna Make IT?) comes in! </a:t>
            </a:r>
          </a:p>
        </p:txBody>
      </p:sp>
    </p:spTree>
    <p:extLst>
      <p:ext uri="{BB962C8B-B14F-4D97-AF65-F5344CB8AC3E}">
        <p14:creationId xmlns:p14="http://schemas.microsoft.com/office/powerpoint/2010/main" val="4249100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08ECB-CDA1-DB73-5452-D36E63C4C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solution – AI GMI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73665-8773-7446-77CF-096E9D78B6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32000"/>
            <a:ext cx="11155680" cy="4076192"/>
          </a:xfrm>
        </p:spPr>
        <p:txBody>
          <a:bodyPr>
            <a:normAutofit/>
          </a:bodyPr>
          <a:lstStyle/>
          <a:p>
            <a:r>
              <a:rPr lang="en-US" sz="2000" dirty="0"/>
              <a:t>Our Pitch</a:t>
            </a:r>
          </a:p>
          <a:p>
            <a:pPr marL="0" indent="0">
              <a:buNone/>
            </a:pPr>
            <a:r>
              <a:rPr lang="en-US" sz="2000" dirty="0"/>
              <a:t>      The user selects the industry they want to go into. They can then choose between uploading their </a:t>
            </a:r>
          </a:p>
          <a:p>
            <a:pPr marL="0" indent="0">
              <a:buNone/>
            </a:pPr>
            <a:r>
              <a:rPr lang="en-US" sz="2000" dirty="0"/>
              <a:t>      own CV or use one of the presets available.</a:t>
            </a:r>
          </a:p>
          <a:p>
            <a:pPr marL="0" indent="0">
              <a:buNone/>
            </a:pPr>
            <a:r>
              <a:rPr lang="en-US" sz="2000" dirty="0"/>
              <a:t>      The AI will begin to humor the user by roasting/finding the flaws within the CV. </a:t>
            </a:r>
          </a:p>
          <a:p>
            <a:pPr marL="0" indent="0">
              <a:buNone/>
            </a:pPr>
            <a:r>
              <a:rPr lang="en-US" sz="2000" dirty="0"/>
              <a:t>     </a:t>
            </a:r>
          </a:p>
          <a:p>
            <a:pPr marL="0" indent="0">
              <a:buNone/>
            </a:pPr>
            <a:r>
              <a:rPr lang="en-US" sz="2000" dirty="0"/>
              <a:t>      Which will be voiced by an AI, to apply the MOST damage to the user’s mental health.</a:t>
            </a:r>
          </a:p>
          <a:p>
            <a:pPr marL="0" indent="0">
              <a:buNone/>
            </a:pPr>
            <a:r>
              <a:rPr lang="en-US" sz="2000" dirty="0"/>
              <a:t>      Though it’s not all bad, as afterwards the AI will the user constructive criticism on their CV and a </a:t>
            </a:r>
          </a:p>
          <a:p>
            <a:pPr marL="0" indent="0">
              <a:buNone/>
            </a:pPr>
            <a:r>
              <a:rPr lang="en-US" sz="2000" dirty="0"/>
              <a:t>      grade out of 100.</a:t>
            </a:r>
          </a:p>
        </p:txBody>
      </p:sp>
    </p:spTree>
    <p:extLst>
      <p:ext uri="{BB962C8B-B14F-4D97-AF65-F5344CB8AC3E}">
        <p14:creationId xmlns:p14="http://schemas.microsoft.com/office/powerpoint/2010/main" val="3661999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8188-CFCC-C47C-3DEF-7926900CC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624D2-37A3-C145-E034-DB0A0406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solution – AI GMI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A0210-F509-4741-9B68-40AC81000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006600"/>
            <a:ext cx="11155680" cy="3923792"/>
          </a:xfrm>
        </p:spPr>
        <p:txBody>
          <a:bodyPr>
            <a:normAutofit/>
          </a:bodyPr>
          <a:lstStyle/>
          <a:p>
            <a:r>
              <a:rPr lang="en-US" sz="2000" dirty="0"/>
              <a:t>What does our project solve?</a:t>
            </a:r>
          </a:p>
          <a:p>
            <a:pPr marL="0" indent="0">
              <a:buNone/>
            </a:pPr>
            <a:r>
              <a:rPr lang="en-US" sz="2000" dirty="0"/>
              <a:t>     Our project helps solve the user’s worry by giving them advice (after making fun of them :D)</a:t>
            </a:r>
          </a:p>
          <a:p>
            <a:pPr marL="0" indent="0">
              <a:buNone/>
            </a:pPr>
            <a:r>
              <a:rPr lang="en-US" sz="2000" dirty="0"/>
              <a:t>     which reduces their feeling of being lost and unable to trust their CV to get into their chosen</a:t>
            </a:r>
          </a:p>
          <a:p>
            <a:pPr marL="0" indent="0">
              <a:buNone/>
            </a:pPr>
            <a:r>
              <a:rPr lang="en-US" sz="2000" dirty="0"/>
              <a:t>     industry. </a:t>
            </a:r>
          </a:p>
          <a:p>
            <a:r>
              <a:rPr lang="en-US" sz="2000" dirty="0"/>
              <a:t>Why did we make it?</a:t>
            </a:r>
          </a:p>
          <a:p>
            <a:pPr marL="0" indent="0">
              <a:buNone/>
            </a:pPr>
            <a:r>
              <a:rPr lang="en-US" sz="2000" dirty="0"/>
              <a:t>     To help current or leaving university students increase their chances of getting hired </a:t>
            </a:r>
          </a:p>
          <a:p>
            <a:pPr marL="0" indent="0">
              <a:buNone/>
            </a:pPr>
            <a:r>
              <a:rPr lang="en-US" sz="2000" dirty="0"/>
              <a:t>      into a workplace that’s a part of their industry!</a:t>
            </a:r>
          </a:p>
        </p:txBody>
      </p:sp>
    </p:spTree>
    <p:extLst>
      <p:ext uri="{BB962C8B-B14F-4D97-AF65-F5344CB8AC3E}">
        <p14:creationId xmlns:p14="http://schemas.microsoft.com/office/powerpoint/2010/main" val="2616919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E3354-51CF-91E9-F455-54D2FB06E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92B50-40AC-6F6A-AE8D-4EACBE31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78000"/>
            <a:ext cx="11155680" cy="4567936"/>
          </a:xfrm>
        </p:spPr>
        <p:txBody>
          <a:bodyPr>
            <a:norm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Frontend: React + Vite (single-file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App.jsx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no external UI libraries)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Backend: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FastAPI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+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uvicorn</a:t>
            </a:r>
            <a:endParaRPr lang="en-GB" sz="2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PDF parsing: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pdfplumber</a:t>
            </a:r>
            <a:endParaRPr lang="en-GB" sz="2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Grading agent: Gemini 2.5 Flash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Roasting agent: Gemini 2.5 Flash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Voice: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ElevenLabs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API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Output validation: regex JSON parser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Hosting: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Vultr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Cloud Compute (London, Ubuntu 24.04, 2GB RAM, 55GB SSD)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Version control: GitHub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Dev tooling: Claude Code</a:t>
            </a:r>
          </a:p>
        </p:txBody>
      </p:sp>
    </p:spTree>
    <p:extLst>
      <p:ext uri="{BB962C8B-B14F-4D97-AF65-F5344CB8AC3E}">
        <p14:creationId xmlns:p14="http://schemas.microsoft.com/office/powerpoint/2010/main" val="202541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07AE9-F7C7-D8F4-686B-A8EAB7A73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F6B30-4661-0A37-D475-DD41E6239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en-US" dirty="0"/>
              <a:t>More about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319FA-BA4F-A9AF-5108-27F9FDD35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879600"/>
            <a:ext cx="11295888" cy="4724400"/>
          </a:xfrm>
        </p:spPr>
        <p:txBody>
          <a:bodyPr>
            <a:normAutofit/>
          </a:bodyPr>
          <a:lstStyle/>
          <a:p>
            <a:r>
              <a:rPr lang="en-US" sz="2000" dirty="0"/>
              <a:t>Scoring system</a:t>
            </a:r>
          </a:p>
          <a:p>
            <a:pPr marL="0" indent="0">
              <a:buNone/>
            </a:pPr>
            <a:r>
              <a:rPr lang="en-US" sz="2000" dirty="0"/>
              <a:t>     Input: The CV + What industry the user selected.</a:t>
            </a:r>
          </a:p>
          <a:p>
            <a:pPr marL="0" indent="0">
              <a:buNone/>
            </a:pPr>
            <a:r>
              <a:rPr lang="en-US" sz="2000" dirty="0"/>
              <a:t>     The scoring system grades the CV out of 100 depending on what they’ve wrote per section of the </a:t>
            </a:r>
          </a:p>
          <a:p>
            <a:pPr marL="0" indent="0">
              <a:buNone/>
            </a:pPr>
            <a:r>
              <a:rPr lang="en-US" sz="2000" dirty="0"/>
              <a:t>     CV (e.g. what's written on their skills, experience, education and etc.). </a:t>
            </a:r>
          </a:p>
          <a:p>
            <a:pPr marL="0" indent="0">
              <a:buNone/>
            </a:pPr>
            <a:r>
              <a:rPr lang="en-US" sz="2000" dirty="0"/>
              <a:t>     The AI will grade and review the CV accordingly to their chosen industry specifically. </a:t>
            </a:r>
          </a:p>
          <a:p>
            <a:pPr marL="0" indent="0">
              <a:buNone/>
            </a:pPr>
            <a:r>
              <a:rPr lang="en-US" sz="2000" dirty="0"/>
              <a:t>     Then they will be given an overall score of their CV and of course some feedback.</a:t>
            </a:r>
          </a:p>
          <a:p>
            <a:pPr marL="0" indent="0">
              <a:buNone/>
            </a:pPr>
            <a:r>
              <a:rPr lang="en-US" sz="2000" dirty="0"/>
              <a:t>     </a:t>
            </a:r>
          </a:p>
          <a:p>
            <a:pPr marL="0" indent="0">
              <a:buNone/>
            </a:pPr>
            <a:r>
              <a:rPr lang="en-US" sz="2000" dirty="0"/>
              <a:t>     This system was implemented to give the user the best advice specific to their CV </a:t>
            </a:r>
          </a:p>
          <a:p>
            <a:pPr marL="0" indent="0">
              <a:buNone/>
            </a:pPr>
            <a:r>
              <a:rPr lang="en-US" sz="2000" dirty="0"/>
              <a:t>     Allowing the user to see where their CV currently stands, so that they can</a:t>
            </a:r>
          </a:p>
          <a:p>
            <a:pPr marL="0" indent="0">
              <a:buNone/>
            </a:pPr>
            <a:r>
              <a:rPr lang="en-US" sz="2000" dirty="0"/>
              <a:t>     input it again into AI GMI and improve it through iteration.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073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017E7-2A6F-A195-444A-B47607415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en-US" dirty="0"/>
              <a:t>More about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8D386-99CF-1735-38C1-2E53E9BD7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9600"/>
            <a:ext cx="11155680" cy="4267200"/>
          </a:xfrm>
        </p:spPr>
        <p:txBody>
          <a:bodyPr>
            <a:normAutofit/>
          </a:bodyPr>
          <a:lstStyle/>
          <a:p>
            <a:r>
              <a:rPr lang="en-US" sz="2000" dirty="0"/>
              <a:t>Eleven labs</a:t>
            </a:r>
          </a:p>
          <a:p>
            <a:pPr marL="0" indent="0">
              <a:buNone/>
            </a:pPr>
            <a:r>
              <a:rPr lang="en-US" sz="2000" dirty="0"/>
              <a:t>     The Eleven labs API takes the text the AI has generated to roast and give advice to the user, then</a:t>
            </a:r>
          </a:p>
          <a:p>
            <a:pPr marL="0" indent="0">
              <a:buNone/>
            </a:pPr>
            <a:r>
              <a:rPr lang="en-US" sz="2000" dirty="0"/>
              <a:t>     converts it into audio. </a:t>
            </a:r>
          </a:p>
          <a:p>
            <a:pPr marL="0" indent="0">
              <a:buNone/>
            </a:pPr>
            <a:r>
              <a:rPr lang="en-US" sz="2000" dirty="0"/>
              <a:t>     This was added to allow for a better user experience, accessibility and damage to mental health </a:t>
            </a:r>
          </a:p>
          <a:p>
            <a:pPr marL="0" indent="0">
              <a:buNone/>
            </a:pPr>
            <a:r>
              <a:rPr lang="en-US" sz="2000" dirty="0"/>
              <a:t>     (in a good way :D)</a:t>
            </a:r>
          </a:p>
          <a:p>
            <a:r>
              <a:rPr lang="en-US" sz="2000" dirty="0" err="1"/>
              <a:t>Vultr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    Easy and manageable deployment of our web app on </a:t>
            </a:r>
            <a:r>
              <a:rPr lang="en-US" sz="2000" dirty="0" err="1"/>
              <a:t>vultr</a:t>
            </a:r>
            <a:r>
              <a:rPr lang="en-US" sz="2000" dirty="0"/>
              <a:t> to provide an interactive demo with an </a:t>
            </a:r>
          </a:p>
          <a:p>
            <a:pPr marL="0" indent="0">
              <a:buNone/>
            </a:pPr>
            <a:r>
              <a:rPr lang="en-US" sz="2000" dirty="0"/>
              <a:t>    infrastructure than does not bottleneck.</a:t>
            </a:r>
          </a:p>
          <a:p>
            <a:pPr marL="0" indent="0">
              <a:buNone/>
            </a:pPr>
            <a:r>
              <a:rPr lang="en-US" sz="2000" dirty="0"/>
              <a:t>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0EEC8-FD67-7887-C916-D093BD44C9F1}"/>
              </a:ext>
            </a:extLst>
          </p:cNvPr>
          <p:cNvSpPr txBox="1"/>
          <p:nvPr/>
        </p:nvSpPr>
        <p:spPr>
          <a:xfrm>
            <a:off x="7188200" y="551841"/>
            <a:ext cx="523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69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89B6D-487F-67F9-B450-530683588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BC9C3-F73D-626A-6B83-1CD5C21BC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1192"/>
          </a:xfrm>
        </p:spPr>
        <p:txBody>
          <a:bodyPr/>
          <a:lstStyle/>
          <a:p>
            <a:r>
              <a:rPr lang="en-US" dirty="0"/>
              <a:t>More about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94A96-88AE-B588-E8D9-81E5EC97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9600"/>
            <a:ext cx="11155680" cy="4267200"/>
          </a:xfrm>
        </p:spPr>
        <p:txBody>
          <a:bodyPr>
            <a:normAutofit/>
          </a:bodyPr>
          <a:lstStyle/>
          <a:p>
            <a:r>
              <a:rPr lang="en-US" sz="2000" dirty="0"/>
              <a:t>DARK MODE! </a:t>
            </a:r>
            <a:r>
              <a:rPr lang="en-US" sz="1200" dirty="0"/>
              <a:t>(just for bailey)</a:t>
            </a:r>
          </a:p>
          <a:p>
            <a:pPr marL="0" indent="0">
              <a:buNone/>
            </a:pPr>
            <a:r>
              <a:rPr lang="en-US" sz="2000" dirty="0"/>
              <a:t>    This will make the app easier for users that will need to utilize it at night, as it helps reduce</a:t>
            </a:r>
          </a:p>
          <a:p>
            <a:pPr marL="0" indent="0">
              <a:buNone/>
            </a:pPr>
            <a:r>
              <a:rPr lang="en-US" sz="2000" dirty="0"/>
              <a:t>    blue light production and eye strain or it is simply just their of course preference. Either way,</a:t>
            </a:r>
          </a:p>
          <a:p>
            <a:pPr marL="0" indent="0">
              <a:buNone/>
            </a:pPr>
            <a:r>
              <a:rPr lang="en-US" sz="2000" dirty="0"/>
              <a:t>    giving the user this option improves their user’s experience when using the app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E9B50-2399-792F-0A5D-204092F877DB}"/>
              </a:ext>
            </a:extLst>
          </p:cNvPr>
          <p:cNvSpPr txBox="1"/>
          <p:nvPr/>
        </p:nvSpPr>
        <p:spPr>
          <a:xfrm>
            <a:off x="7188200" y="551841"/>
            <a:ext cx="523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240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ADC86-151F-7E0C-5AFB-97C72D1CB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90234"/>
          </a:xfrm>
        </p:spPr>
        <p:txBody>
          <a:bodyPr/>
          <a:lstStyle/>
          <a:p>
            <a:r>
              <a:rPr lang="en-US" dirty="0"/>
              <a:t>Our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38BA3-2ACF-6008-31A2-5D6E6DD0D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892808"/>
            <a:ext cx="11155680" cy="3767328"/>
          </a:xfrm>
        </p:spPr>
        <p:txBody>
          <a:bodyPr>
            <a:normAutofit/>
          </a:bodyPr>
          <a:lstStyle/>
          <a:p>
            <a:r>
              <a:rPr lang="en-US" sz="2000" dirty="0"/>
              <a:t>What do we want our project to achieve?</a:t>
            </a:r>
          </a:p>
          <a:p>
            <a:pPr marL="0" indent="0">
              <a:buNone/>
            </a:pPr>
            <a:r>
              <a:rPr lang="en-US" sz="2000" dirty="0"/>
              <a:t>     Ultimately, our project hopes to assist the user with improving their CV to one that is tailored </a:t>
            </a:r>
          </a:p>
          <a:p>
            <a:pPr marL="0" indent="0">
              <a:buNone/>
            </a:pPr>
            <a:r>
              <a:rPr lang="en-US" sz="2000" dirty="0"/>
              <a:t>     to the industry they want to enter, so that their chances of getting hired increases.</a:t>
            </a:r>
          </a:p>
        </p:txBody>
      </p:sp>
    </p:spTree>
    <p:extLst>
      <p:ext uri="{BB962C8B-B14F-4D97-AF65-F5344CB8AC3E}">
        <p14:creationId xmlns:p14="http://schemas.microsoft.com/office/powerpoint/2010/main" val="29665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EE739-0756-0A56-3701-8A2BC628C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2292"/>
          </a:xfrm>
        </p:spPr>
        <p:txBody>
          <a:bodyPr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C5BE0-1709-7AFE-621B-EF9455283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63700"/>
            <a:ext cx="11155680" cy="4682236"/>
          </a:xfrm>
        </p:spPr>
        <p:txBody>
          <a:bodyPr/>
          <a:lstStyle/>
          <a:p>
            <a:r>
              <a:rPr lang="en-US" dirty="0" err="1"/>
              <a:t>Qr</a:t>
            </a:r>
            <a:r>
              <a:rPr lang="en-US" dirty="0"/>
              <a:t> code goes here or sum 😛</a:t>
            </a:r>
          </a:p>
        </p:txBody>
      </p:sp>
    </p:spTree>
    <p:extLst>
      <p:ext uri="{BB962C8B-B14F-4D97-AF65-F5344CB8AC3E}">
        <p14:creationId xmlns:p14="http://schemas.microsoft.com/office/powerpoint/2010/main" val="104199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5F60-922A-20AB-78C6-795F8D9B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630" y="1651000"/>
            <a:ext cx="4319270" cy="247142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AI GMI</a:t>
            </a:r>
            <a:br>
              <a:rPr lang="en-US" dirty="0"/>
            </a:br>
            <a:r>
              <a:rPr lang="en-US" dirty="0"/>
              <a:t>(Are we Gonna Make It???)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DA0C56-4C73-91A4-AAC1-DF66175C4280}"/>
              </a:ext>
            </a:extLst>
          </p:cNvPr>
          <p:cNvSpPr txBox="1">
            <a:spLocks/>
          </p:cNvSpPr>
          <p:nvPr/>
        </p:nvSpPr>
        <p:spPr>
          <a:xfrm>
            <a:off x="989330" y="4239661"/>
            <a:ext cx="4031406" cy="142453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/>
              <a:t>Thank you very much for listening and testing out our demo!!</a:t>
            </a:r>
          </a:p>
        </p:txBody>
      </p:sp>
      <p:pic>
        <p:nvPicPr>
          <p:cNvPr id="5" name="Picture 4" descr="A toaster with a piece of paper on top of it&#10;&#10;Description automatically generated">
            <a:extLst>
              <a:ext uri="{FF2B5EF4-FFF2-40B4-BE49-F238E27FC236}">
                <a16:creationId xmlns:a16="http://schemas.microsoft.com/office/drawing/2014/main" id="{96A04364-B4E0-CEB0-9AA4-A22E506BB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1262" y="1120084"/>
            <a:ext cx="4846713" cy="482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44291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</TotalTime>
  <Words>755</Words>
  <Application>Microsoft Macintosh PowerPoint</Application>
  <PresentationFormat>Widescreen</PresentationFormat>
  <Paragraphs>74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Bierstadt</vt:lpstr>
      <vt:lpstr>Neue Haas Grotesk Text Pro</vt:lpstr>
      <vt:lpstr>GestaltVTI</vt:lpstr>
      <vt:lpstr>Hackathon Project – AI GMI</vt:lpstr>
      <vt:lpstr>Context / The Problem</vt:lpstr>
      <vt:lpstr>Our solution – AI GMI</vt:lpstr>
      <vt:lpstr>Our solution – AI GMI</vt:lpstr>
      <vt:lpstr>Tech Stack</vt:lpstr>
      <vt:lpstr>More about our project</vt:lpstr>
      <vt:lpstr>More about our project</vt:lpstr>
      <vt:lpstr>More about our project</vt:lpstr>
      <vt:lpstr>Our goals</vt:lpstr>
      <vt:lpstr>Demo</vt:lpstr>
      <vt:lpstr>AI GMI (Are we Gonna Make It???)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Project</dc:title>
  <dc:creator>Michael Altea</dc:creator>
  <cp:lastModifiedBy>20177238</cp:lastModifiedBy>
  <cp:revision>5</cp:revision>
  <dcterms:created xsi:type="dcterms:W3CDTF">2026-05-04T13:54:51Z</dcterms:created>
  <dcterms:modified xsi:type="dcterms:W3CDTF">2026-05-09T23:37:40Z</dcterms:modified>
</cp:coreProperties>
</file>
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6"/>
  </p:normalViewPr>
  <p:slideViewPr>
    <p:cSldViewPr snapToGrid="0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0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6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7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9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59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4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8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4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3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5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5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colorful lines in a white background&#10;&#10;Description automatically generated">
            <a:extLst>
              <a:ext uri="{FF2B5EF4-FFF2-40B4-BE49-F238E27FC236}">
                <a16:creationId xmlns:a16="http://schemas.microsoft.com/office/drawing/2014/main" id="{2E0B3D47-2D12-2AE6-5D27-486B66BC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46" b="658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91A3C-FF84-3FE9-A90E-5CFF33B70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458911" cy="2342861"/>
          </a:xfrm>
        </p:spPr>
        <p:txBody>
          <a:bodyPr anchor="t">
            <a:normAutofit/>
          </a:bodyPr>
          <a:lstStyle/>
          <a:p>
            <a:r>
              <a:rPr lang="en-US" sz="6600" dirty="0">
                <a:highlight>
                  <a:srgbClr val="000000"/>
                </a:highlight>
              </a:rPr>
              <a:t>Hackathon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1F25A-4D8B-CC06-1C8F-F602F024D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dirty="0">
                <a:highlight>
                  <a:srgbClr val="000000"/>
                </a:highlight>
              </a:rPr>
              <a:t>Michael Altea &amp; Shayne Yong &amp; Angelo Altea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AE161-A1B4-B100-72BF-7DB0869A6895}"/>
              </a:ext>
            </a:extLst>
          </p:cNvPr>
          <p:cNvSpPr txBox="1"/>
          <p:nvPr/>
        </p:nvSpPr>
        <p:spPr>
          <a:xfrm>
            <a:off x="438910" y="3195145"/>
            <a:ext cx="2325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0000"/>
                </a:highlight>
              </a:rPr>
              <a:t>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1685705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FD9A-D523-E3F1-5027-1D77AA76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D087-47D6-73AA-8578-EC4A4846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context about the topic surrounding the problem</a:t>
            </a:r>
          </a:p>
        </p:txBody>
      </p:sp>
    </p:spTree>
    <p:extLst>
      <p:ext uri="{BB962C8B-B14F-4D97-AF65-F5344CB8AC3E}">
        <p14:creationId xmlns:p14="http://schemas.microsoft.com/office/powerpoint/2010/main" val="424910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6946-A19C-AFCD-DFF3-621F0F55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B02C3-0934-CD3E-83BF-018E91DAC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6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ECB-CDA1-DB73-5452-D36E63C4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3665-8773-7446-77CF-096E9D78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Pitch</a:t>
            </a:r>
          </a:p>
          <a:p>
            <a:r>
              <a:rPr lang="en-US" dirty="0"/>
              <a:t>What does our project solve?</a:t>
            </a:r>
          </a:p>
          <a:p>
            <a:r>
              <a:rPr lang="en-US" dirty="0"/>
              <a:t>Why did we make it?</a:t>
            </a:r>
          </a:p>
        </p:txBody>
      </p:sp>
    </p:spTree>
    <p:extLst>
      <p:ext uri="{BB962C8B-B14F-4D97-AF65-F5344CB8AC3E}">
        <p14:creationId xmlns:p14="http://schemas.microsoft.com/office/powerpoint/2010/main" val="366199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3354-51CF-91E9-F455-54D2FB06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92B50-40AC-6F6A-AE8D-4EACBE313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</a:t>
            </a:r>
            <a:r>
              <a:rPr lang="en-US" dirty="0" err="1"/>
              <a:t>Typescript+React</a:t>
            </a:r>
            <a:r>
              <a:rPr lang="en-US" dirty="0"/>
              <a:t> </a:t>
            </a:r>
          </a:p>
          <a:p>
            <a:r>
              <a:rPr lang="en-US" dirty="0"/>
              <a:t>Backend: Python</a:t>
            </a:r>
          </a:p>
          <a:p>
            <a:r>
              <a:rPr lang="en-US" dirty="0"/>
              <a:t>Database: PostgreSQL</a:t>
            </a:r>
          </a:p>
        </p:txBody>
      </p:sp>
    </p:spTree>
    <p:extLst>
      <p:ext uri="{BB962C8B-B14F-4D97-AF65-F5344CB8AC3E}">
        <p14:creationId xmlns:p14="http://schemas.microsoft.com/office/powerpoint/2010/main" val="202541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17E7-2A6F-A195-444A-B4760741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8D386-99CF-1735-38C1-2E53E9BD7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depth project features</a:t>
            </a:r>
          </a:p>
          <a:p>
            <a:r>
              <a:rPr lang="en-US" dirty="0"/>
              <a:t>How these features work, and why we implemented them</a:t>
            </a:r>
          </a:p>
        </p:txBody>
      </p:sp>
    </p:spTree>
    <p:extLst>
      <p:ext uri="{BB962C8B-B14F-4D97-AF65-F5344CB8AC3E}">
        <p14:creationId xmlns:p14="http://schemas.microsoft.com/office/powerpoint/2010/main" val="29296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DC86-151F-7E0C-5AFB-97C72D1C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8BA3-2ACF-6008-31A2-5D6E6DD0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we want our project to achieve? </a:t>
            </a:r>
          </a:p>
          <a:p>
            <a:r>
              <a:rPr lang="en-US" dirty="0"/>
              <a:t>The micro and macro of the project, should we choose to scale</a:t>
            </a:r>
          </a:p>
        </p:txBody>
      </p:sp>
    </p:spTree>
    <p:extLst>
      <p:ext uri="{BB962C8B-B14F-4D97-AF65-F5344CB8AC3E}">
        <p14:creationId xmlns:p14="http://schemas.microsoft.com/office/powerpoint/2010/main" val="29665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E739-0756-0A56-3701-8A2BC628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5BE0-1709-7AFE-621B-EF9455283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Demo</a:t>
            </a:r>
          </a:p>
          <a:p>
            <a:r>
              <a:rPr lang="en-US" dirty="0"/>
              <a:t>Can be live/pre-recorded</a:t>
            </a:r>
          </a:p>
        </p:txBody>
      </p:sp>
    </p:spTree>
    <p:extLst>
      <p:ext uri="{BB962C8B-B14F-4D97-AF65-F5344CB8AC3E}">
        <p14:creationId xmlns:p14="http://schemas.microsoft.com/office/powerpoint/2010/main" val="10419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5F60-922A-20AB-78C6-795F8D9B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slide – 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5FF1-A1DE-3B16-33B8-B4AF6BB40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429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107</Words>
  <Application>Microsoft Macintosh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Bierstadt</vt:lpstr>
      <vt:lpstr>Neue Haas Grotesk Text Pro</vt:lpstr>
      <vt:lpstr>GestaltVTI</vt:lpstr>
      <vt:lpstr>Hackathon Project</vt:lpstr>
      <vt:lpstr>Context</vt:lpstr>
      <vt:lpstr>The problem</vt:lpstr>
      <vt:lpstr>Our solution</vt:lpstr>
      <vt:lpstr>Tech Stack</vt:lpstr>
      <vt:lpstr>More about our project</vt:lpstr>
      <vt:lpstr>Our goals</vt:lpstr>
      <vt:lpstr>Demo</vt:lpstr>
      <vt:lpstr>End slide –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Project</dc:title>
  <dc:creator>Michael Altea</dc:creator>
  <cp:lastModifiedBy>Michael Altea</cp:lastModifiedBy>
  <cp:revision>2</cp:revision>
  <dcterms:created xsi:type="dcterms:W3CDTF">2026-05-04T13:54:51Z</dcterms:created>
  <dcterms:modified xsi:type="dcterms:W3CDTF">2026-05-09T12:13:10Z</dcterms:modified>
</cp:coreProperties>
</file>
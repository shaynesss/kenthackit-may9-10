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A0053"/>
        </a:solidFill>
        <a:effectLst/>
        <a:uFillTx/>
        <a:latin typeface="Aptos Light"/>
        <a:ea typeface="Aptos Light"/>
        <a:cs typeface="Aptos Light"/>
        <a:sym typeface="Aptos Light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A0053"/>
        </a:solidFill>
        <a:effectLst/>
        <a:uFillTx/>
        <a:latin typeface="Aptos Light"/>
        <a:ea typeface="Aptos Light"/>
        <a:cs typeface="Aptos Light"/>
        <a:sym typeface="Aptos Light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A0053"/>
        </a:solidFill>
        <a:effectLst/>
        <a:uFillTx/>
        <a:latin typeface="Aptos Light"/>
        <a:ea typeface="Aptos Light"/>
        <a:cs typeface="Aptos Light"/>
        <a:sym typeface="Aptos Light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A0053"/>
        </a:solidFill>
        <a:effectLst/>
        <a:uFillTx/>
        <a:latin typeface="Aptos Light"/>
        <a:ea typeface="Aptos Light"/>
        <a:cs typeface="Aptos Light"/>
        <a:sym typeface="Aptos Light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A0053"/>
        </a:solidFill>
        <a:effectLst/>
        <a:uFillTx/>
        <a:latin typeface="Aptos Light"/>
        <a:ea typeface="Aptos Light"/>
        <a:cs typeface="Aptos Light"/>
        <a:sym typeface="Aptos Light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A0053"/>
        </a:solidFill>
        <a:effectLst/>
        <a:uFillTx/>
        <a:latin typeface="Aptos Light"/>
        <a:ea typeface="Aptos Light"/>
        <a:cs typeface="Aptos Light"/>
        <a:sym typeface="Aptos Light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A0053"/>
        </a:solidFill>
        <a:effectLst/>
        <a:uFillTx/>
        <a:latin typeface="Aptos Light"/>
        <a:ea typeface="Aptos Light"/>
        <a:cs typeface="Aptos Light"/>
        <a:sym typeface="Aptos Light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A0053"/>
        </a:solidFill>
        <a:effectLst/>
        <a:uFillTx/>
        <a:latin typeface="Aptos Light"/>
        <a:ea typeface="Aptos Light"/>
        <a:cs typeface="Aptos Light"/>
        <a:sym typeface="Aptos Light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A0053"/>
        </a:solidFill>
        <a:effectLst/>
        <a:uFillTx/>
        <a:latin typeface="Aptos Light"/>
        <a:ea typeface="Aptos Light"/>
        <a:cs typeface="Aptos Light"/>
        <a:sym typeface="Aptos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ptos Light"/>
          <a:ea typeface="Aptos Light"/>
          <a:cs typeface="Aptos Light"/>
        </a:font>
        <a:srgbClr val="2A0053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9CB"/>
          </a:solidFill>
        </a:fill>
      </a:tcStyle>
    </a:wholeTbl>
    <a:band2H>
      <a:tcTxStyle b="def" i="def"/>
      <a:tcStyle>
        <a:tcBdr/>
        <a:fill>
          <a:solidFill>
            <a:srgbClr val="FFEDE7"/>
          </a:solidFill>
        </a:fill>
      </a:tcStyle>
    </a:band2H>
    <a:firstCol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 Light"/>
          <a:ea typeface="Aptos Light"/>
          <a:cs typeface="Aptos Light"/>
        </a:font>
        <a:srgbClr val="2A0053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4CBFF"/>
          </a:solidFill>
        </a:fill>
      </a:tcStyle>
    </a:wholeTbl>
    <a:band2H>
      <a:tcTxStyle b="def" i="def"/>
      <a:tcStyle>
        <a:tcBdr/>
        <a:fill>
          <a:solidFill>
            <a:srgbClr val="FAE7FF"/>
          </a:solidFill>
        </a:fill>
      </a:tcStyle>
    </a:band2H>
    <a:firstCol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 Light"/>
          <a:ea typeface="Aptos Light"/>
          <a:cs typeface="Aptos Light"/>
        </a:font>
        <a:srgbClr val="2A0053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E5D2"/>
          </a:solidFill>
        </a:fill>
      </a:tcStyle>
    </a:wholeTbl>
    <a:band2H>
      <a:tcTxStyle b="def" i="def"/>
      <a:tcStyle>
        <a:tcBdr/>
        <a:fill>
          <a:solidFill>
            <a:srgbClr val="E7F2EA"/>
          </a:solidFill>
        </a:fill>
      </a:tcStyle>
    </a:band2H>
    <a:firstCol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 Light"/>
          <a:ea typeface="Aptos Light"/>
          <a:cs typeface="Aptos Light"/>
        </a:font>
        <a:srgbClr val="2A0053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6E9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 Light"/>
          <a:ea typeface="Aptos Light"/>
          <a:cs typeface="Aptos Light"/>
        </a:font>
        <a:srgbClr val="2A0053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A0053"/>
              </a:solidFill>
              <a:prstDash val="solid"/>
              <a:round/>
            </a:ln>
          </a:top>
          <a:bottom>
            <a:ln w="25400" cap="flat">
              <a:solidFill>
                <a:srgbClr val="2A0053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A0053"/>
              </a:solidFill>
              <a:prstDash val="solid"/>
              <a:round/>
            </a:ln>
          </a:top>
          <a:bottom>
            <a:ln w="25400" cap="flat">
              <a:solidFill>
                <a:srgbClr val="2A0053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 Light"/>
          <a:ea typeface="Aptos Light"/>
          <a:cs typeface="Aptos Light"/>
        </a:font>
        <a:srgbClr val="2A0053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ACF"/>
          </a:solidFill>
        </a:fill>
      </a:tcStyle>
    </a:wholeTbl>
    <a:band2H>
      <a:tcTxStyle b="def" i="def"/>
      <a:tcStyle>
        <a:tcBdr/>
        <a:fill>
          <a:solidFill>
            <a:srgbClr val="E7E6E9"/>
          </a:solidFill>
        </a:fill>
      </a:tcStyle>
    </a:band2H>
    <a:firstCol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A0053"/>
          </a:solidFill>
        </a:fill>
      </a:tcStyle>
    </a:firstCol>
    <a:lastRow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A0053"/>
          </a:solidFill>
        </a:fill>
      </a:tcStyle>
    </a:lastRow>
    <a:firstRow>
      <a:tcTxStyle b="on" i="off">
        <a:font>
          <a:latin typeface="Aptos Light"/>
          <a:ea typeface="Aptos Light"/>
          <a:cs typeface="Aptos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A0053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 Light"/>
          <a:ea typeface="Aptos Light"/>
          <a:cs typeface="Aptos Light"/>
        </a:font>
        <a:srgbClr val="2A0053"/>
      </a:tcTxStyle>
      <a:tcStyle>
        <a:tcBdr>
          <a:left>
            <a:ln w="12700" cap="flat">
              <a:solidFill>
                <a:srgbClr val="2A0053"/>
              </a:solidFill>
              <a:prstDash val="solid"/>
              <a:round/>
            </a:ln>
          </a:left>
          <a:right>
            <a:ln w="12700" cap="flat">
              <a:solidFill>
                <a:srgbClr val="2A0053"/>
              </a:solidFill>
              <a:prstDash val="solid"/>
              <a:round/>
            </a:ln>
          </a:right>
          <a:top>
            <a:ln w="12700" cap="flat">
              <a:solidFill>
                <a:srgbClr val="2A0053"/>
              </a:solidFill>
              <a:prstDash val="solid"/>
              <a:round/>
            </a:ln>
          </a:top>
          <a:bottom>
            <a:ln w="12700" cap="flat">
              <a:solidFill>
                <a:srgbClr val="2A0053"/>
              </a:solidFill>
              <a:prstDash val="solid"/>
              <a:round/>
            </a:ln>
          </a:bottom>
          <a:insideH>
            <a:ln w="12700" cap="flat">
              <a:solidFill>
                <a:srgbClr val="2A0053"/>
              </a:solidFill>
              <a:prstDash val="solid"/>
              <a:round/>
            </a:ln>
          </a:insideH>
          <a:insideV>
            <a:ln w="12700" cap="flat">
              <a:solidFill>
                <a:srgbClr val="2A0053"/>
              </a:solidFill>
              <a:prstDash val="solid"/>
              <a:round/>
            </a:ln>
          </a:insideV>
        </a:tcBdr>
        <a:fill>
          <a:solidFill>
            <a:srgbClr val="2A0053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 Light"/>
          <a:ea typeface="Aptos Light"/>
          <a:cs typeface="Aptos Light"/>
        </a:font>
        <a:srgbClr val="2A0053"/>
      </a:tcTxStyle>
      <a:tcStyle>
        <a:tcBdr>
          <a:left>
            <a:ln w="12700" cap="flat">
              <a:solidFill>
                <a:srgbClr val="2A0053"/>
              </a:solidFill>
              <a:prstDash val="solid"/>
              <a:round/>
            </a:ln>
          </a:left>
          <a:right>
            <a:ln w="12700" cap="flat">
              <a:solidFill>
                <a:srgbClr val="2A0053"/>
              </a:solidFill>
              <a:prstDash val="solid"/>
              <a:round/>
            </a:ln>
          </a:right>
          <a:top>
            <a:ln w="12700" cap="flat">
              <a:solidFill>
                <a:srgbClr val="2A0053"/>
              </a:solidFill>
              <a:prstDash val="solid"/>
              <a:round/>
            </a:ln>
          </a:top>
          <a:bottom>
            <a:ln w="12700" cap="flat">
              <a:solidFill>
                <a:srgbClr val="2A0053"/>
              </a:solidFill>
              <a:prstDash val="solid"/>
              <a:round/>
            </a:ln>
          </a:bottom>
          <a:insideH>
            <a:ln w="12700" cap="flat">
              <a:solidFill>
                <a:srgbClr val="2A0053"/>
              </a:solidFill>
              <a:prstDash val="solid"/>
              <a:round/>
            </a:ln>
          </a:insideH>
          <a:insideV>
            <a:ln w="12700" cap="flat">
              <a:solidFill>
                <a:srgbClr val="2A0053"/>
              </a:solidFill>
              <a:prstDash val="solid"/>
              <a:round/>
            </a:ln>
          </a:insideV>
        </a:tcBdr>
        <a:fill>
          <a:solidFill>
            <a:srgbClr val="2A0053">
              <a:alpha val="20000"/>
            </a:srgbClr>
          </a:solidFill>
        </a:fill>
      </a:tcStyle>
    </a:firstCol>
    <a:lastRow>
      <a:tcTxStyle b="on" i="off">
        <a:font>
          <a:latin typeface="Aptos Light"/>
          <a:ea typeface="Aptos Light"/>
          <a:cs typeface="Aptos Light"/>
        </a:font>
        <a:srgbClr val="2A0053"/>
      </a:tcTxStyle>
      <a:tcStyle>
        <a:tcBdr>
          <a:left>
            <a:ln w="12700" cap="flat">
              <a:solidFill>
                <a:srgbClr val="2A0053"/>
              </a:solidFill>
              <a:prstDash val="solid"/>
              <a:round/>
            </a:ln>
          </a:left>
          <a:right>
            <a:ln w="12700" cap="flat">
              <a:solidFill>
                <a:srgbClr val="2A0053"/>
              </a:solidFill>
              <a:prstDash val="solid"/>
              <a:round/>
            </a:ln>
          </a:right>
          <a:top>
            <a:ln w="50800" cap="flat">
              <a:solidFill>
                <a:srgbClr val="2A0053"/>
              </a:solidFill>
              <a:prstDash val="solid"/>
              <a:round/>
            </a:ln>
          </a:top>
          <a:bottom>
            <a:ln w="12700" cap="flat">
              <a:solidFill>
                <a:srgbClr val="2A0053"/>
              </a:solidFill>
              <a:prstDash val="solid"/>
              <a:round/>
            </a:ln>
          </a:bottom>
          <a:insideH>
            <a:ln w="12700" cap="flat">
              <a:solidFill>
                <a:srgbClr val="2A0053"/>
              </a:solidFill>
              <a:prstDash val="solid"/>
              <a:round/>
            </a:ln>
          </a:insideH>
          <a:insideV>
            <a:ln w="12700" cap="flat">
              <a:solidFill>
                <a:srgbClr val="2A0053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 Light"/>
          <a:ea typeface="Aptos Light"/>
          <a:cs typeface="Aptos Light"/>
        </a:font>
        <a:srgbClr val="2A0053"/>
      </a:tcTxStyle>
      <a:tcStyle>
        <a:tcBdr>
          <a:left>
            <a:ln w="12700" cap="flat">
              <a:solidFill>
                <a:srgbClr val="2A0053"/>
              </a:solidFill>
              <a:prstDash val="solid"/>
              <a:round/>
            </a:ln>
          </a:left>
          <a:right>
            <a:ln w="12700" cap="flat">
              <a:solidFill>
                <a:srgbClr val="2A0053"/>
              </a:solidFill>
              <a:prstDash val="solid"/>
              <a:round/>
            </a:ln>
          </a:right>
          <a:top>
            <a:ln w="12700" cap="flat">
              <a:solidFill>
                <a:srgbClr val="2A0053"/>
              </a:solidFill>
              <a:prstDash val="solid"/>
              <a:round/>
            </a:ln>
          </a:top>
          <a:bottom>
            <a:ln w="25400" cap="flat">
              <a:solidFill>
                <a:srgbClr val="2A0053"/>
              </a:solidFill>
              <a:prstDash val="solid"/>
              <a:round/>
            </a:ln>
          </a:bottom>
          <a:insideH>
            <a:ln w="12700" cap="flat">
              <a:solidFill>
                <a:srgbClr val="2A0053"/>
              </a:solidFill>
              <a:prstDash val="solid"/>
              <a:round/>
            </a:ln>
          </a:insideH>
          <a:insideV>
            <a:ln w="12700" cap="flat">
              <a:solidFill>
                <a:srgbClr val="2A0053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54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7" name="Shape 54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Shape 5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3" name="Shape 5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1095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itle Text"/>
          <p:cNvSpPr txBox="1"/>
          <p:nvPr>
            <p:ph type="title"/>
          </p:nvPr>
        </p:nvSpPr>
        <p:spPr>
          <a:xfrm>
            <a:off x="457200" y="2054226"/>
            <a:ext cx="8229600" cy="4727575"/>
          </a:xfrm>
          <a:prstGeom prst="rect">
            <a:avLst/>
          </a:prstGeom>
        </p:spPr>
        <p:txBody>
          <a:bodyPr anchor="b"/>
          <a:lstStyle>
            <a:lvl1pPr>
              <a:defRPr sz="9600"/>
            </a:lvl1pPr>
          </a:lstStyle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457200" y="457200"/>
            <a:ext cx="3424519" cy="11398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2000"/>
            </a:lvl1pPr>
            <a:lvl2pPr>
              <a:lnSpc>
                <a:spcPct val="100000"/>
              </a:lnSpc>
              <a:spcBef>
                <a:spcPts val="0"/>
              </a:spcBef>
              <a:defRPr sz="2000"/>
            </a:lvl2pPr>
            <a:lvl3pPr>
              <a:lnSpc>
                <a:spcPct val="100000"/>
              </a:lnSpc>
              <a:spcBef>
                <a:spcPts val="0"/>
              </a:spcBef>
              <a:defRPr sz="2000"/>
            </a:lvl3pPr>
            <a:lvl4pPr>
              <a:lnSpc>
                <a:spcPct val="100000"/>
              </a:lnSpc>
              <a:spcBef>
                <a:spcPts val="0"/>
              </a:spcBef>
              <a:defRPr sz="2000"/>
            </a:lvl4pPr>
            <a:lvl5pPr>
              <a:lnSpc>
                <a:spcPct val="100000"/>
              </a:lnSpc>
              <a:spcBef>
                <a:spcPts val="0"/>
              </a:spcBef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1095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itle Text"/>
          <p:cNvSpPr txBox="1"/>
          <p:nvPr>
            <p:ph type="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sz="quarter" idx="1"/>
          </p:nvPr>
        </p:nvSpPr>
        <p:spPr>
          <a:xfrm>
            <a:off x="457201" y="6019798"/>
            <a:ext cx="11277598" cy="3810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Picture Placeholder 4"/>
          <p:cNvSpPr/>
          <p:nvPr>
            <p:ph type="pic" idx="21"/>
          </p:nvPr>
        </p:nvSpPr>
        <p:spPr>
          <a:xfrm>
            <a:off x="457200" y="457198"/>
            <a:ext cx="11274553" cy="457200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053" y="3174"/>
            <a:ext cx="12186354" cy="6854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159"/>
                </a:lnTo>
                <a:lnTo>
                  <a:pt x="8504" y="20159"/>
                </a:lnTo>
                <a:lnTo>
                  <a:pt x="8504" y="1431"/>
                </a:lnTo>
                <a:lnTo>
                  <a:pt x="21600" y="1431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2" name="Title Text"/>
          <p:cNvSpPr txBox="1"/>
          <p:nvPr>
            <p:ph type="title"/>
          </p:nvPr>
        </p:nvSpPr>
        <p:spPr>
          <a:xfrm>
            <a:off x="457200" y="457200"/>
            <a:ext cx="3886199" cy="4513975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43" name="Body Level One…"/>
          <p:cNvSpPr txBox="1"/>
          <p:nvPr>
            <p:ph type="body" sz="quarter" idx="1"/>
          </p:nvPr>
        </p:nvSpPr>
        <p:spPr>
          <a:xfrm>
            <a:off x="457198" y="5425199"/>
            <a:ext cx="3886201" cy="9756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2000"/>
            </a:lvl1pPr>
            <a:lvl2pPr>
              <a:lnSpc>
                <a:spcPct val="100000"/>
              </a:lnSpc>
              <a:spcBef>
                <a:spcPts val="0"/>
              </a:spcBef>
              <a:defRPr sz="2000"/>
            </a:lvl2pPr>
            <a:lvl3pPr>
              <a:lnSpc>
                <a:spcPct val="100000"/>
              </a:lnSpc>
              <a:spcBef>
                <a:spcPts val="0"/>
              </a:spcBef>
              <a:defRPr sz="2000"/>
            </a:lvl3pPr>
            <a:lvl4pPr>
              <a:lnSpc>
                <a:spcPct val="100000"/>
              </a:lnSpc>
              <a:spcBef>
                <a:spcPts val="0"/>
              </a:spcBef>
              <a:defRPr sz="2000"/>
            </a:lvl4pPr>
            <a:lvl5pPr>
              <a:lnSpc>
                <a:spcPct val="100000"/>
              </a:lnSpc>
              <a:spcBef>
                <a:spcPts val="0"/>
              </a:spcBef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Picture Placeholder 10"/>
          <p:cNvSpPr/>
          <p:nvPr>
            <p:ph type="pic" idx="21"/>
          </p:nvPr>
        </p:nvSpPr>
        <p:spPr>
          <a:xfrm>
            <a:off x="4794949" y="457200"/>
            <a:ext cx="7388354" cy="59436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0800000">
            <a:off x="5648" y="3173"/>
            <a:ext cx="12186354" cy="6854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441"/>
                </a:lnTo>
                <a:lnTo>
                  <a:pt x="13150" y="1441"/>
                </a:lnTo>
                <a:lnTo>
                  <a:pt x="13150" y="20169"/>
                </a:lnTo>
                <a:lnTo>
                  <a:pt x="0" y="20169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53" name="Title Text"/>
          <p:cNvSpPr txBox="1"/>
          <p:nvPr>
            <p:ph type="title"/>
          </p:nvPr>
        </p:nvSpPr>
        <p:spPr>
          <a:xfrm>
            <a:off x="7918701" y="1856834"/>
            <a:ext cx="3816099" cy="3048277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54" name="Body Level One…"/>
          <p:cNvSpPr txBox="1"/>
          <p:nvPr>
            <p:ph type="body" sz="quarter" idx="1"/>
          </p:nvPr>
        </p:nvSpPr>
        <p:spPr>
          <a:xfrm>
            <a:off x="7918701" y="5362309"/>
            <a:ext cx="3816099" cy="102676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Picture Placeholder 13"/>
          <p:cNvSpPr/>
          <p:nvPr>
            <p:ph type="pic" idx="21"/>
          </p:nvPr>
        </p:nvSpPr>
        <p:spPr>
          <a:xfrm>
            <a:off x="1" y="457200"/>
            <a:ext cx="7424272" cy="5943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4"/>
            <a:ext cx="12186355" cy="6854825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itle Text"/>
          <p:cNvSpPr txBox="1"/>
          <p:nvPr>
            <p:ph type="title"/>
          </p:nvPr>
        </p:nvSpPr>
        <p:spPr>
          <a:xfrm>
            <a:off x="457200" y="457200"/>
            <a:ext cx="8229600" cy="5414682"/>
          </a:xfrm>
          <a:prstGeom prst="rect">
            <a:avLst/>
          </a:prstGeom>
        </p:spPr>
        <p:txBody>
          <a:bodyPr anchor="b"/>
          <a:lstStyle>
            <a:lvl1pPr>
              <a:defRPr sz="96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Body Level One…"/>
          <p:cNvSpPr txBox="1"/>
          <p:nvPr>
            <p:ph type="body" sz="quarter" idx="1"/>
          </p:nvPr>
        </p:nvSpPr>
        <p:spPr>
          <a:xfrm>
            <a:off x="457200" y="5943598"/>
            <a:ext cx="10896600" cy="461682"/>
          </a:xfrm>
          <a:prstGeom prst="rect">
            <a:avLst/>
          </a:prstGeom>
        </p:spPr>
        <p:txBody>
          <a:bodyPr anchor="b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4"/>
            <a:ext cx="12186355" cy="6854823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itle Text"/>
          <p:cNvSpPr txBox="1"/>
          <p:nvPr>
            <p:ph type="title"/>
          </p:nvPr>
        </p:nvSpPr>
        <p:spPr>
          <a:xfrm>
            <a:off x="1717587" y="457200"/>
            <a:ext cx="8723873" cy="4419600"/>
          </a:xfrm>
          <a:prstGeom prst="rect">
            <a:avLst/>
          </a:prstGeom>
        </p:spPr>
        <p:txBody>
          <a:bodyPr anchor="b"/>
          <a:lstStyle>
            <a:lvl1pPr algn="ctr">
              <a:defRPr sz="8000"/>
            </a:lvl1pPr>
          </a:lstStyle>
          <a:p>
            <a:pPr/>
            <a:r>
              <a:t>Title Text</a:t>
            </a:r>
          </a:p>
        </p:txBody>
      </p:sp>
      <p:sp>
        <p:nvSpPr>
          <p:cNvPr id="75" name="Body Level One…"/>
          <p:cNvSpPr txBox="1"/>
          <p:nvPr>
            <p:ph type="body" sz="quarter" idx="1"/>
          </p:nvPr>
        </p:nvSpPr>
        <p:spPr>
          <a:xfrm>
            <a:off x="3467100" y="5483226"/>
            <a:ext cx="5257800" cy="9175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100000"/>
              </a:lnSpc>
              <a:spcBef>
                <a:spcPts val="0"/>
              </a:spcBef>
              <a:defRPr sz="2400"/>
            </a:lvl1pPr>
            <a:lvl2pPr indent="457200" algn="ctr">
              <a:lnSpc>
                <a:spcPct val="100000"/>
              </a:lnSpc>
              <a:spcBef>
                <a:spcPts val="0"/>
              </a:spcBef>
              <a:defRPr sz="2400"/>
            </a:lvl2pPr>
            <a:lvl3pPr indent="914400" algn="ctr">
              <a:lnSpc>
                <a:spcPct val="100000"/>
              </a:lnSpc>
              <a:spcBef>
                <a:spcPts val="0"/>
              </a:spcBef>
              <a:defRPr sz="2400"/>
            </a:lvl3pPr>
            <a:lvl4pPr indent="1371600" algn="ctr">
              <a:lnSpc>
                <a:spcPct val="100000"/>
              </a:lnSpc>
              <a:spcBef>
                <a:spcPts val="0"/>
              </a:spcBef>
              <a:defRPr sz="2400"/>
            </a:lvl4pPr>
            <a:lvl5pPr indent="1828800" algn="ctr">
              <a:lnSpc>
                <a:spcPct val="100000"/>
              </a:lnSpc>
              <a:spcBef>
                <a:spcPts val="0"/>
              </a:spcBef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4"/>
            <a:ext cx="12186354" cy="6854823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Title Text"/>
          <p:cNvSpPr txBox="1"/>
          <p:nvPr>
            <p:ph type="title"/>
          </p:nvPr>
        </p:nvSpPr>
        <p:spPr>
          <a:xfrm>
            <a:off x="457200" y="457200"/>
            <a:ext cx="7380952" cy="6277098"/>
          </a:xfrm>
          <a:prstGeom prst="rect">
            <a:avLst/>
          </a:prstGeom>
        </p:spPr>
        <p:txBody>
          <a:bodyPr anchor="b"/>
          <a:lstStyle>
            <a:lvl1pPr>
              <a:defRPr sz="8000"/>
            </a:lvl1pPr>
          </a:lstStyle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8295354" y="457200"/>
            <a:ext cx="3439446" cy="2971800"/>
          </a:xfrm>
          <a:prstGeom prst="rect">
            <a:avLst/>
          </a:prstGeom>
        </p:spPr>
        <p:txBody>
          <a:bodyPr/>
          <a:lstStyle>
            <a:lvl1pPr algn="r">
              <a:lnSpc>
                <a:spcPct val="100000"/>
              </a:lnSpc>
              <a:spcBef>
                <a:spcPts val="0"/>
              </a:spcBef>
              <a:defRPr sz="2400"/>
            </a:lvl1pPr>
            <a:lvl2pPr indent="457200" algn="r">
              <a:lnSpc>
                <a:spcPct val="100000"/>
              </a:lnSpc>
              <a:spcBef>
                <a:spcPts val="0"/>
              </a:spcBef>
              <a:defRPr sz="2400"/>
            </a:lvl2pPr>
            <a:lvl3pPr indent="914400" algn="r">
              <a:lnSpc>
                <a:spcPct val="100000"/>
              </a:lnSpc>
              <a:spcBef>
                <a:spcPts val="0"/>
              </a:spcBef>
              <a:defRPr sz="2400"/>
            </a:lvl3pPr>
            <a:lvl4pPr indent="1371600" algn="r">
              <a:lnSpc>
                <a:spcPct val="100000"/>
              </a:lnSpc>
              <a:spcBef>
                <a:spcPts val="0"/>
              </a:spcBef>
              <a:defRPr sz="2400"/>
            </a:lvl4pPr>
            <a:lvl5pPr indent="1828800" algn="r">
              <a:lnSpc>
                <a:spcPct val="100000"/>
              </a:lnSpc>
              <a:spcBef>
                <a:spcPts val="0"/>
              </a:spcBef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173"/>
            <a:ext cx="12192004" cy="6854826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Section Header"/>
          <p:cNvSpPr txBox="1"/>
          <p:nvPr>
            <p:ph type="title" hasCustomPrompt="1"/>
          </p:nvPr>
        </p:nvSpPr>
        <p:spPr>
          <a:xfrm>
            <a:off x="457198" y="457200"/>
            <a:ext cx="7845554" cy="61722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Section Header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4"/>
            <a:ext cx="12186354" cy="6854823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ection Header"/>
          <p:cNvSpPr txBox="1"/>
          <p:nvPr>
            <p:ph type="title" hasCustomPrompt="1"/>
          </p:nvPr>
        </p:nvSpPr>
        <p:spPr>
          <a:xfrm>
            <a:off x="457198" y="457200"/>
            <a:ext cx="9982202" cy="61722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Section Header</a:t>
            </a:r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itle Text"/>
          <p:cNvSpPr txBox="1"/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13" name="Body Level One…"/>
          <p:cNvSpPr txBox="1"/>
          <p:nvPr>
            <p:ph type="body" sz="quarter" idx="1"/>
          </p:nvPr>
        </p:nvSpPr>
        <p:spPr>
          <a:xfrm>
            <a:off x="6934200" y="3455158"/>
            <a:ext cx="4800600" cy="2945642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buSzPct val="100000"/>
              <a:buAutoNum type="arabicPeriod" startAt="1"/>
              <a:defRPr sz="2000"/>
            </a:lvl1pPr>
            <a:lvl2pPr marL="685800" indent="-457200">
              <a:spcBef>
                <a:spcPts val="0"/>
              </a:spcBef>
              <a:buSzPct val="100000"/>
              <a:buAutoNum type="arabicPeriod" startAt="1"/>
              <a:defRPr sz="2000"/>
            </a:lvl2pPr>
            <a:lvl3pPr marL="800100" indent="-342900">
              <a:spcBef>
                <a:spcPts val="0"/>
              </a:spcBef>
              <a:buSzPct val="100000"/>
              <a:buAutoNum type="arabicPeriod" startAt="1"/>
              <a:defRPr sz="2000"/>
            </a:lvl3pPr>
            <a:lvl4pPr marL="1028700" indent="-342900">
              <a:spcBef>
                <a:spcPts val="0"/>
              </a:spcBef>
              <a:buSzPct val="100000"/>
              <a:buAutoNum type="arabicPeriod" startAt="1"/>
              <a:defRPr sz="2000"/>
            </a:lvl4pPr>
            <a:lvl5pPr marL="1257300" indent="-342900">
              <a:spcBef>
                <a:spcPts val="0"/>
              </a:spcBef>
              <a:buSzPct val="100000"/>
              <a:buAutoNum type="arabicPeriod" startAt="1"/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itle Text"/>
          <p:cNvSpPr txBox="1"/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3" name="Body Level One…"/>
          <p:cNvSpPr txBox="1"/>
          <p:nvPr>
            <p:ph type="body" sz="half" idx="1"/>
          </p:nvPr>
        </p:nvSpPr>
        <p:spPr>
          <a:xfrm>
            <a:off x="457200" y="3455158"/>
            <a:ext cx="8718468" cy="2945642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buSzPct val="100000"/>
              <a:buAutoNum type="arabicPeriod" startAt="1"/>
              <a:defRPr sz="2000"/>
            </a:lvl1pPr>
            <a:lvl2pPr marL="685800" indent="-457200">
              <a:spcBef>
                <a:spcPts val="0"/>
              </a:spcBef>
              <a:buSzPct val="100000"/>
              <a:buAutoNum type="arabicPeriod" startAt="1"/>
              <a:defRPr sz="2000"/>
            </a:lvl2pPr>
            <a:lvl3pPr marL="800100" indent="-342900">
              <a:spcBef>
                <a:spcPts val="0"/>
              </a:spcBef>
              <a:buSzPct val="100000"/>
              <a:buAutoNum type="arabicPeriod" startAt="1"/>
              <a:defRPr sz="2000"/>
            </a:lvl3pPr>
            <a:lvl4pPr marL="1028700" indent="-342900">
              <a:spcBef>
                <a:spcPts val="0"/>
              </a:spcBef>
              <a:buSzPct val="100000"/>
              <a:buAutoNum type="arabicPeriod" startAt="1"/>
              <a:defRPr sz="2000"/>
            </a:lvl4pPr>
            <a:lvl5pPr marL="1257300" indent="-342900">
              <a:spcBef>
                <a:spcPts val="0"/>
              </a:spcBef>
              <a:buSzPct val="100000"/>
              <a:buAutoNum type="arabicPeriod" startAt="1"/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160"/>
                </a:lnTo>
                <a:lnTo>
                  <a:pt x="10125" y="20160"/>
                </a:lnTo>
                <a:lnTo>
                  <a:pt x="10125" y="1440"/>
                </a:lnTo>
                <a:lnTo>
                  <a:pt x="21600" y="144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32" name="Title Text"/>
          <p:cNvSpPr txBox="1"/>
          <p:nvPr>
            <p:ph type="title"/>
          </p:nvPr>
        </p:nvSpPr>
        <p:spPr>
          <a:xfrm>
            <a:off x="457200" y="457200"/>
            <a:ext cx="4800600" cy="2540759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33" name="Body Level One…"/>
          <p:cNvSpPr txBox="1"/>
          <p:nvPr>
            <p:ph type="body" sz="quarter" idx="1"/>
          </p:nvPr>
        </p:nvSpPr>
        <p:spPr>
          <a:xfrm>
            <a:off x="457200" y="3455158"/>
            <a:ext cx="4800602" cy="2945642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buSzPct val="100000"/>
              <a:buAutoNum type="arabicPeriod" startAt="1"/>
              <a:defRPr sz="2000"/>
            </a:lvl1pPr>
            <a:lvl2pPr marL="685800" indent="-457200">
              <a:spcBef>
                <a:spcPts val="0"/>
              </a:spcBef>
              <a:buSzPct val="100000"/>
              <a:buAutoNum type="arabicPeriod" startAt="1"/>
              <a:defRPr sz="2000"/>
            </a:lvl2pPr>
            <a:lvl3pPr marL="800100" indent="-342900">
              <a:spcBef>
                <a:spcPts val="0"/>
              </a:spcBef>
              <a:buSzPct val="100000"/>
              <a:buAutoNum type="arabicPeriod" startAt="1"/>
              <a:defRPr sz="2000"/>
            </a:lvl3pPr>
            <a:lvl4pPr marL="1028700" indent="-342900">
              <a:spcBef>
                <a:spcPts val="0"/>
              </a:spcBef>
              <a:buSzPct val="100000"/>
              <a:buAutoNum type="arabicPeriod" startAt="1"/>
              <a:defRPr sz="2000"/>
            </a:lvl4pPr>
            <a:lvl5pPr marL="1257300" indent="-342900">
              <a:spcBef>
                <a:spcPts val="0"/>
              </a:spcBef>
              <a:buSzPct val="100000"/>
              <a:buAutoNum type="arabicPeriod" startAt="1"/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4" name="Picture Placeholder 9"/>
          <p:cNvSpPr/>
          <p:nvPr>
            <p:ph type="pic" idx="21"/>
          </p:nvPr>
        </p:nvSpPr>
        <p:spPr>
          <a:xfrm>
            <a:off x="5715000" y="457200"/>
            <a:ext cx="6480048" cy="59436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flipV="1">
            <a:off x="5648" y="3174"/>
            <a:ext cx="12186354" cy="6854823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itle Text"/>
          <p:cNvSpPr txBox="1"/>
          <p:nvPr>
            <p:ph type="title"/>
          </p:nvPr>
        </p:nvSpPr>
        <p:spPr>
          <a:xfrm>
            <a:off x="6934200" y="510298"/>
            <a:ext cx="4800600" cy="3381767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44" name="Body Level One…"/>
          <p:cNvSpPr txBox="1"/>
          <p:nvPr>
            <p:ph type="body" sz="quarter" idx="1"/>
          </p:nvPr>
        </p:nvSpPr>
        <p:spPr>
          <a:xfrm>
            <a:off x="6934200" y="4343400"/>
            <a:ext cx="4800600" cy="2057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4"/>
            <a:ext cx="12186354" cy="6854823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Title Text"/>
          <p:cNvSpPr txBox="1"/>
          <p:nvPr>
            <p:ph type="title"/>
          </p:nvPr>
        </p:nvSpPr>
        <p:spPr>
          <a:xfrm>
            <a:off x="457200" y="908536"/>
            <a:ext cx="4800600" cy="2983528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54" name="Body Level One…"/>
          <p:cNvSpPr txBox="1"/>
          <p:nvPr>
            <p:ph type="body" sz="quarter" idx="1"/>
          </p:nvPr>
        </p:nvSpPr>
        <p:spPr>
          <a:xfrm>
            <a:off x="457200" y="4343400"/>
            <a:ext cx="4800600" cy="2057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V="1">
            <a:off x="5648" y="3174"/>
            <a:ext cx="12186354" cy="6854823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itle Text"/>
          <p:cNvSpPr txBox="1"/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164" name="Body Level One…"/>
          <p:cNvSpPr txBox="1"/>
          <p:nvPr>
            <p:ph type="body" sz="half" idx="1"/>
          </p:nvPr>
        </p:nvSpPr>
        <p:spPr>
          <a:xfrm>
            <a:off x="5105400" y="1600200"/>
            <a:ext cx="5565663" cy="36576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600"/>
              </a:spcBef>
            </a:lvl1pPr>
            <a:lvl2pPr>
              <a:lnSpc>
                <a:spcPct val="100000"/>
              </a:lnSpc>
              <a:spcBef>
                <a:spcPts val="600"/>
              </a:spcBef>
            </a:lvl2pPr>
            <a:lvl3pPr>
              <a:lnSpc>
                <a:spcPct val="100000"/>
              </a:lnSpc>
              <a:spcBef>
                <a:spcPts val="600"/>
              </a:spcBef>
            </a:lvl3pPr>
            <a:lvl4pPr>
              <a:lnSpc>
                <a:spcPct val="100000"/>
              </a:lnSpc>
              <a:spcBef>
                <a:spcPts val="600"/>
              </a:spcBef>
            </a:lvl4pPr>
            <a:lvl5pPr>
              <a:lnSpc>
                <a:spcPct val="100000"/>
              </a:lnSpc>
              <a:spcBef>
                <a:spcPts val="6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Text"/>
          <p:cNvSpPr txBox="1"/>
          <p:nvPr>
            <p:ph type="title"/>
          </p:nvPr>
        </p:nvSpPr>
        <p:spPr>
          <a:xfrm>
            <a:off x="457200" y="1386992"/>
            <a:ext cx="3657600" cy="408358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173" name="Body Level One…"/>
          <p:cNvSpPr txBox="1"/>
          <p:nvPr>
            <p:ph type="body" sz="half" idx="1"/>
          </p:nvPr>
        </p:nvSpPr>
        <p:spPr>
          <a:xfrm>
            <a:off x="5105400" y="1386992"/>
            <a:ext cx="6629400" cy="408358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600"/>
              </a:spcBef>
            </a:lvl1pPr>
            <a:lvl2pPr>
              <a:lnSpc>
                <a:spcPct val="100000"/>
              </a:lnSpc>
              <a:spcBef>
                <a:spcPts val="600"/>
              </a:spcBef>
            </a:lvl2pPr>
            <a:lvl3pPr>
              <a:lnSpc>
                <a:spcPct val="100000"/>
              </a:lnSpc>
              <a:spcBef>
                <a:spcPts val="600"/>
              </a:spcBef>
            </a:lvl3pPr>
            <a:lvl4pPr>
              <a:lnSpc>
                <a:spcPct val="100000"/>
              </a:lnSpc>
              <a:spcBef>
                <a:spcPts val="600"/>
              </a:spcBef>
            </a:lvl4pPr>
            <a:lvl5pPr>
              <a:lnSpc>
                <a:spcPct val="100000"/>
              </a:lnSpc>
              <a:spcBef>
                <a:spcPts val="6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Text"/>
          <p:cNvSpPr txBox="1"/>
          <p:nvPr>
            <p:ph type="title"/>
          </p:nvPr>
        </p:nvSpPr>
        <p:spPr>
          <a:xfrm>
            <a:off x="457200" y="1386992"/>
            <a:ext cx="3657600" cy="408358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182" name="Body Level One…"/>
          <p:cNvSpPr txBox="1"/>
          <p:nvPr>
            <p:ph type="body" sz="half" idx="1"/>
          </p:nvPr>
        </p:nvSpPr>
        <p:spPr>
          <a:xfrm>
            <a:off x="5105400" y="1050110"/>
            <a:ext cx="6629400" cy="4940662"/>
          </a:xfrm>
          <a:prstGeom prst="rect">
            <a:avLst/>
          </a:prstGeom>
        </p:spPr>
        <p:txBody>
          <a:bodyPr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Text"/>
          <p:cNvSpPr txBox="1"/>
          <p:nvPr>
            <p:ph type="title"/>
          </p:nvPr>
        </p:nvSpPr>
        <p:spPr>
          <a:xfrm>
            <a:off x="457200" y="1386992"/>
            <a:ext cx="3657600" cy="408358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191" name="Body Level One…"/>
          <p:cNvSpPr txBox="1"/>
          <p:nvPr>
            <p:ph type="body" idx="1"/>
          </p:nvPr>
        </p:nvSpPr>
        <p:spPr>
          <a:xfrm>
            <a:off x="5105400" y="457200"/>
            <a:ext cx="6629400" cy="59436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600"/>
              </a:spcBef>
            </a:lvl1pPr>
            <a:lvl2pPr>
              <a:lnSpc>
                <a:spcPct val="100000"/>
              </a:lnSpc>
              <a:spcBef>
                <a:spcPts val="600"/>
              </a:spcBef>
            </a:lvl2pPr>
            <a:lvl3pPr>
              <a:lnSpc>
                <a:spcPct val="100000"/>
              </a:lnSpc>
              <a:spcBef>
                <a:spcPts val="600"/>
              </a:spcBef>
            </a:lvl3pPr>
            <a:lvl4pPr>
              <a:lnSpc>
                <a:spcPct val="100000"/>
              </a:lnSpc>
              <a:spcBef>
                <a:spcPts val="600"/>
              </a:spcBef>
            </a:lvl4pPr>
            <a:lvl5pPr>
              <a:lnSpc>
                <a:spcPct val="100000"/>
              </a:lnSpc>
              <a:spcBef>
                <a:spcPts val="6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3"/>
            <a:ext cx="12186354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159"/>
                </a:lnTo>
                <a:lnTo>
                  <a:pt x="6783" y="20159"/>
                </a:lnTo>
                <a:lnTo>
                  <a:pt x="6783" y="1431"/>
                </a:lnTo>
                <a:lnTo>
                  <a:pt x="21600" y="1431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00" name="Title Text"/>
          <p:cNvSpPr txBox="1"/>
          <p:nvPr>
            <p:ph type="title"/>
          </p:nvPr>
        </p:nvSpPr>
        <p:spPr>
          <a:xfrm>
            <a:off x="492101" y="457200"/>
            <a:ext cx="2887124" cy="2514601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01" name="Body Level One…"/>
          <p:cNvSpPr txBox="1"/>
          <p:nvPr>
            <p:ph type="body" sz="quarter" idx="1"/>
          </p:nvPr>
        </p:nvSpPr>
        <p:spPr>
          <a:xfrm>
            <a:off x="492101" y="3429000"/>
            <a:ext cx="2887124" cy="29718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Picture Placeholder 9"/>
          <p:cNvSpPr/>
          <p:nvPr>
            <p:ph type="pic" idx="21"/>
          </p:nvPr>
        </p:nvSpPr>
        <p:spPr>
          <a:xfrm>
            <a:off x="3832695" y="457200"/>
            <a:ext cx="8359307" cy="5943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03" name="Slide Number"/>
          <p:cNvSpPr txBox="1"/>
          <p:nvPr>
            <p:ph type="sldNum" sz="quarter" idx="2"/>
          </p:nvPr>
        </p:nvSpPr>
        <p:spPr>
          <a:xfrm>
            <a:off x="11871823" y="6550659"/>
            <a:ext cx="243977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3"/>
            <a:ext cx="12186354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801" y="1431"/>
                </a:moveTo>
                <a:lnTo>
                  <a:pt x="20790" y="1431"/>
                </a:lnTo>
                <a:lnTo>
                  <a:pt x="20790" y="14397"/>
                </a:lnTo>
                <a:lnTo>
                  <a:pt x="801" y="14397"/>
                </a:lnTo>
                <a:lnTo>
                  <a:pt x="801" y="1431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11" name="Title Text"/>
          <p:cNvSpPr txBox="1"/>
          <p:nvPr>
            <p:ph type="title"/>
          </p:nvPr>
        </p:nvSpPr>
        <p:spPr>
          <a:xfrm>
            <a:off x="457200" y="5029201"/>
            <a:ext cx="3810000" cy="13716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2" name="Picture Placeholder 10"/>
          <p:cNvSpPr/>
          <p:nvPr>
            <p:ph type="pic" idx="21"/>
          </p:nvPr>
        </p:nvSpPr>
        <p:spPr>
          <a:xfrm>
            <a:off x="457200" y="457200"/>
            <a:ext cx="11277600" cy="41147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13" name="Body Level One…"/>
          <p:cNvSpPr txBox="1"/>
          <p:nvPr>
            <p:ph type="body" sz="quarter" idx="1"/>
          </p:nvPr>
        </p:nvSpPr>
        <p:spPr>
          <a:xfrm>
            <a:off x="4718751" y="5029200"/>
            <a:ext cx="7016048" cy="13716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</a:lvl1pPr>
            <a:lvl2pPr>
              <a:lnSpc>
                <a:spcPct val="100000"/>
              </a:lnSpc>
              <a:spcBef>
                <a:spcPts val="0"/>
              </a:spcBef>
            </a:lvl2pPr>
            <a:lvl3pPr>
              <a:lnSpc>
                <a:spcPct val="100000"/>
              </a:lnSpc>
              <a:spcBef>
                <a:spcPts val="0"/>
              </a:spcBef>
            </a:lvl3pPr>
            <a:lvl4pPr>
              <a:lnSpc>
                <a:spcPct val="100000"/>
              </a:lnSpc>
              <a:spcBef>
                <a:spcPts val="0"/>
              </a:spcBef>
            </a:lvl4pPr>
            <a:lvl5pPr>
              <a:lnSpc>
                <a:spcPct val="100000"/>
              </a:lnSpc>
              <a:spcBef>
                <a:spcPts val="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5648" y="3176"/>
            <a:ext cx="12186353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159"/>
                </a:lnTo>
                <a:lnTo>
                  <a:pt x="8439" y="20159"/>
                </a:lnTo>
                <a:lnTo>
                  <a:pt x="8439" y="1431"/>
                </a:lnTo>
                <a:lnTo>
                  <a:pt x="21600" y="1431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22" name="Title Text"/>
          <p:cNvSpPr txBox="1"/>
          <p:nvPr>
            <p:ph type="title"/>
          </p:nvPr>
        </p:nvSpPr>
        <p:spPr>
          <a:xfrm>
            <a:off x="7890964" y="457200"/>
            <a:ext cx="3843838" cy="1710064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3" name="Picture Placeholder 10"/>
          <p:cNvSpPr/>
          <p:nvPr>
            <p:ph type="pic" idx="21"/>
          </p:nvPr>
        </p:nvSpPr>
        <p:spPr>
          <a:xfrm>
            <a:off x="1" y="457200"/>
            <a:ext cx="7430941" cy="59436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24" name="Body Level One…"/>
          <p:cNvSpPr txBox="1"/>
          <p:nvPr>
            <p:ph type="body" sz="quarter" idx="1"/>
          </p:nvPr>
        </p:nvSpPr>
        <p:spPr>
          <a:xfrm>
            <a:off x="7890964" y="2624462"/>
            <a:ext cx="3843838" cy="3776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5" name="Slide Number"/>
          <p:cNvSpPr txBox="1"/>
          <p:nvPr>
            <p:ph type="sldNum" sz="quarter" idx="2"/>
          </p:nvPr>
        </p:nvSpPr>
        <p:spPr>
          <a:xfrm>
            <a:off x="11871822" y="6550660"/>
            <a:ext cx="2439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3"/>
            <a:ext cx="12186354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159"/>
                </a:lnTo>
                <a:lnTo>
                  <a:pt x="8429" y="20159"/>
                </a:lnTo>
                <a:lnTo>
                  <a:pt x="8429" y="1431"/>
                </a:lnTo>
                <a:lnTo>
                  <a:pt x="21600" y="1431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33" name="Title Text"/>
          <p:cNvSpPr txBox="1"/>
          <p:nvPr>
            <p:ph type="title"/>
          </p:nvPr>
        </p:nvSpPr>
        <p:spPr>
          <a:xfrm>
            <a:off x="457200" y="457200"/>
            <a:ext cx="3813715" cy="1710065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34" name="Body Level One…"/>
          <p:cNvSpPr txBox="1"/>
          <p:nvPr>
            <p:ph type="body" sz="quarter" idx="1"/>
          </p:nvPr>
        </p:nvSpPr>
        <p:spPr>
          <a:xfrm>
            <a:off x="457201" y="2621289"/>
            <a:ext cx="3813715" cy="377951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5" name="Picture Placeholder 10"/>
          <p:cNvSpPr/>
          <p:nvPr>
            <p:ph type="pic" idx="21"/>
          </p:nvPr>
        </p:nvSpPr>
        <p:spPr>
          <a:xfrm>
            <a:off x="4761060" y="457200"/>
            <a:ext cx="7430942" cy="59436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itle Text"/>
          <p:cNvSpPr txBox="1"/>
          <p:nvPr>
            <p:ph type="title"/>
          </p:nvPr>
        </p:nvSpPr>
        <p:spPr>
          <a:xfrm>
            <a:off x="6999060" y="457200"/>
            <a:ext cx="4735741" cy="130601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44" name="Picture Placeholder 10"/>
          <p:cNvSpPr/>
          <p:nvPr>
            <p:ph type="pic" idx="21"/>
          </p:nvPr>
        </p:nvSpPr>
        <p:spPr>
          <a:xfrm>
            <a:off x="1" y="457200"/>
            <a:ext cx="6492241" cy="59436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45" name="Body Level One…"/>
          <p:cNvSpPr txBox="1"/>
          <p:nvPr>
            <p:ph type="body" sz="half" idx="1"/>
          </p:nvPr>
        </p:nvSpPr>
        <p:spPr>
          <a:xfrm>
            <a:off x="6999060" y="2209800"/>
            <a:ext cx="4735741" cy="41910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xfrm>
            <a:off x="11871821" y="6550660"/>
            <a:ext cx="2439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/>
          </p:nvPr>
        </p:nvSpPr>
        <p:spPr>
          <a:xfrm>
            <a:off x="445859" y="457200"/>
            <a:ext cx="4796701" cy="130601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54" name="Body Level One…"/>
          <p:cNvSpPr txBox="1"/>
          <p:nvPr>
            <p:ph type="body" sz="half" idx="1"/>
          </p:nvPr>
        </p:nvSpPr>
        <p:spPr>
          <a:xfrm>
            <a:off x="484834" y="2209800"/>
            <a:ext cx="4735741" cy="41910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5" name="Picture Placeholder 10"/>
          <p:cNvSpPr/>
          <p:nvPr>
            <p:ph type="pic" idx="21"/>
          </p:nvPr>
        </p:nvSpPr>
        <p:spPr>
          <a:xfrm>
            <a:off x="5699761" y="457200"/>
            <a:ext cx="6492241" cy="59436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3"/>
            <a:ext cx="12186354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801" y="1431"/>
                </a:moveTo>
                <a:lnTo>
                  <a:pt x="20790" y="1431"/>
                </a:lnTo>
                <a:lnTo>
                  <a:pt x="20790" y="11515"/>
                </a:lnTo>
                <a:lnTo>
                  <a:pt x="801" y="11515"/>
                </a:lnTo>
                <a:lnTo>
                  <a:pt x="801" y="1431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64" name="Title Text"/>
          <p:cNvSpPr txBox="1"/>
          <p:nvPr>
            <p:ph type="title"/>
          </p:nvPr>
        </p:nvSpPr>
        <p:spPr>
          <a:xfrm>
            <a:off x="457198" y="4111623"/>
            <a:ext cx="3219345" cy="228917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65" name="Picture Placeholder 10"/>
          <p:cNvSpPr/>
          <p:nvPr>
            <p:ph type="pic" idx="21"/>
          </p:nvPr>
        </p:nvSpPr>
        <p:spPr>
          <a:xfrm>
            <a:off x="457200" y="457200"/>
            <a:ext cx="11277600" cy="3200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66" name="Body Level One…"/>
          <p:cNvSpPr txBox="1"/>
          <p:nvPr>
            <p:ph type="body" sz="half" idx="1"/>
          </p:nvPr>
        </p:nvSpPr>
        <p:spPr>
          <a:xfrm>
            <a:off x="4128091" y="4111623"/>
            <a:ext cx="7606709" cy="2289177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0800000">
            <a:off x="5648" y="3174"/>
            <a:ext cx="12186354" cy="68548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801" y="1382"/>
                </a:moveTo>
                <a:lnTo>
                  <a:pt x="20790" y="1382"/>
                </a:lnTo>
                <a:lnTo>
                  <a:pt x="20790" y="11467"/>
                </a:lnTo>
                <a:lnTo>
                  <a:pt x="801" y="11467"/>
                </a:lnTo>
                <a:lnTo>
                  <a:pt x="801" y="1382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75" name="Title Text"/>
          <p:cNvSpPr txBox="1"/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76" name="Body Level One…"/>
          <p:cNvSpPr txBox="1"/>
          <p:nvPr>
            <p:ph type="body" sz="half" idx="1"/>
          </p:nvPr>
        </p:nvSpPr>
        <p:spPr>
          <a:xfrm>
            <a:off x="4122370" y="457200"/>
            <a:ext cx="7612430" cy="2307896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7" name="Picture Placeholder 10"/>
          <p:cNvSpPr/>
          <p:nvPr>
            <p:ph type="pic" idx="21"/>
          </p:nvPr>
        </p:nvSpPr>
        <p:spPr>
          <a:xfrm>
            <a:off x="457200" y="3219121"/>
            <a:ext cx="11277600" cy="32003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78" name="Slide Number"/>
          <p:cNvSpPr txBox="1"/>
          <p:nvPr>
            <p:ph type="sldNum" sz="quarter" idx="2"/>
          </p:nvPr>
        </p:nvSpPr>
        <p:spPr>
          <a:xfrm>
            <a:off x="11871822" y="6550660"/>
            <a:ext cx="2439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5649" y="3173"/>
            <a:ext cx="12186353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159"/>
                </a:lnTo>
                <a:lnTo>
                  <a:pt x="13235" y="20159"/>
                </a:lnTo>
                <a:lnTo>
                  <a:pt x="13235" y="1431"/>
                </a:lnTo>
                <a:lnTo>
                  <a:pt x="21600" y="1431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86" name="Title Text"/>
          <p:cNvSpPr txBox="1"/>
          <p:nvPr>
            <p:ph type="title"/>
          </p:nvPr>
        </p:nvSpPr>
        <p:spPr>
          <a:xfrm>
            <a:off x="5181948" y="457198"/>
            <a:ext cx="6552852" cy="1555846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87" name="Picture Placeholder 13"/>
          <p:cNvSpPr/>
          <p:nvPr>
            <p:ph type="pic" sz="half" idx="21"/>
          </p:nvPr>
        </p:nvSpPr>
        <p:spPr>
          <a:xfrm>
            <a:off x="-1" y="457198"/>
            <a:ext cx="4724749" cy="594360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88" name="Body Level One…"/>
          <p:cNvSpPr txBox="1"/>
          <p:nvPr>
            <p:ph type="body" sz="half" idx="1"/>
          </p:nvPr>
        </p:nvSpPr>
        <p:spPr>
          <a:xfrm>
            <a:off x="5181948" y="2470242"/>
            <a:ext cx="6552852" cy="3930559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3"/>
            <a:ext cx="12186354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159"/>
                </a:lnTo>
                <a:lnTo>
                  <a:pt x="13225" y="20159"/>
                </a:lnTo>
                <a:lnTo>
                  <a:pt x="13225" y="1431"/>
                </a:lnTo>
                <a:lnTo>
                  <a:pt x="21600" y="1431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97" name="Title Text"/>
          <p:cNvSpPr txBox="1"/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98" name="Body Level One…"/>
          <p:cNvSpPr txBox="1"/>
          <p:nvPr>
            <p:ph type="body" sz="half" idx="1"/>
          </p:nvPr>
        </p:nvSpPr>
        <p:spPr>
          <a:xfrm>
            <a:off x="453901" y="2470242"/>
            <a:ext cx="6552853" cy="3930559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9" name="Picture Placeholder 13"/>
          <p:cNvSpPr/>
          <p:nvPr>
            <p:ph type="pic" sz="half" idx="21"/>
          </p:nvPr>
        </p:nvSpPr>
        <p:spPr>
          <a:xfrm>
            <a:off x="7467252" y="457198"/>
            <a:ext cx="4724749" cy="594360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5649" y="3173"/>
            <a:ext cx="12186353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5856"/>
                </a:lnTo>
                <a:lnTo>
                  <a:pt x="11579" y="5856"/>
                </a:lnTo>
                <a:lnTo>
                  <a:pt x="11579" y="20159"/>
                </a:lnTo>
                <a:lnTo>
                  <a:pt x="0" y="20159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08" name="Title Text"/>
          <p:cNvSpPr txBox="1"/>
          <p:nvPr>
            <p:ph type="title"/>
          </p:nvPr>
        </p:nvSpPr>
        <p:spPr>
          <a:xfrm>
            <a:off x="457200" y="490161"/>
            <a:ext cx="11277600" cy="914401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309" name="Body Level One…"/>
          <p:cNvSpPr txBox="1"/>
          <p:nvPr>
            <p:ph type="body" sz="half" idx="1"/>
          </p:nvPr>
        </p:nvSpPr>
        <p:spPr>
          <a:xfrm>
            <a:off x="457200" y="1861760"/>
            <a:ext cx="4744528" cy="453904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0" name="Picture Placeholder 11"/>
          <p:cNvSpPr/>
          <p:nvPr>
            <p:ph type="pic" sz="half" idx="21"/>
          </p:nvPr>
        </p:nvSpPr>
        <p:spPr>
          <a:xfrm>
            <a:off x="5658926" y="1861761"/>
            <a:ext cx="6533073" cy="45390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5649" y="3173"/>
            <a:ext cx="12186353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5856"/>
                </a:lnTo>
                <a:lnTo>
                  <a:pt x="810" y="5856"/>
                </a:lnTo>
                <a:lnTo>
                  <a:pt x="11579" y="5856"/>
                </a:lnTo>
                <a:lnTo>
                  <a:pt x="12966" y="5856"/>
                </a:lnTo>
                <a:lnTo>
                  <a:pt x="12966" y="20159"/>
                </a:lnTo>
                <a:lnTo>
                  <a:pt x="0" y="20159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19" name="Title Text"/>
          <p:cNvSpPr txBox="1"/>
          <p:nvPr>
            <p:ph type="title"/>
          </p:nvPr>
        </p:nvSpPr>
        <p:spPr>
          <a:xfrm>
            <a:off x="457200" y="497349"/>
            <a:ext cx="11277600" cy="914401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320" name="Body Level One…"/>
          <p:cNvSpPr txBox="1"/>
          <p:nvPr>
            <p:ph type="body" sz="half" idx="1"/>
          </p:nvPr>
        </p:nvSpPr>
        <p:spPr>
          <a:xfrm>
            <a:off x="457201" y="1861760"/>
            <a:ext cx="3886199" cy="453904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1" name="Picture Placeholder 5"/>
          <p:cNvSpPr/>
          <p:nvPr>
            <p:ph type="pic" sz="half" idx="21"/>
          </p:nvPr>
        </p:nvSpPr>
        <p:spPr>
          <a:xfrm>
            <a:off x="4876799" y="1861760"/>
            <a:ext cx="7315201" cy="4539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22" name="Slide Number"/>
          <p:cNvSpPr txBox="1"/>
          <p:nvPr>
            <p:ph type="sldNum" sz="quarter" idx="2"/>
          </p:nvPr>
        </p:nvSpPr>
        <p:spPr>
          <a:xfrm>
            <a:off x="11871822" y="6550660"/>
            <a:ext cx="2439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3"/>
            <a:ext cx="12186354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5856"/>
                </a:lnTo>
                <a:lnTo>
                  <a:pt x="11570" y="5856"/>
                </a:lnTo>
                <a:lnTo>
                  <a:pt x="11570" y="20094"/>
                </a:lnTo>
                <a:lnTo>
                  <a:pt x="0" y="20094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30" name="Title Text"/>
          <p:cNvSpPr txBox="1"/>
          <p:nvPr>
            <p:ph type="title"/>
          </p:nvPr>
        </p:nvSpPr>
        <p:spPr>
          <a:xfrm>
            <a:off x="457200" y="490161"/>
            <a:ext cx="11277597" cy="914401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331" name="Picture Placeholder 11"/>
          <p:cNvSpPr/>
          <p:nvPr>
            <p:ph type="pic" sz="half" idx="21"/>
          </p:nvPr>
        </p:nvSpPr>
        <p:spPr>
          <a:xfrm>
            <a:off x="-1" y="1861761"/>
            <a:ext cx="6533073" cy="45185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32" name="Body Level One…"/>
          <p:cNvSpPr txBox="1"/>
          <p:nvPr>
            <p:ph type="body" sz="half" idx="1"/>
          </p:nvPr>
        </p:nvSpPr>
        <p:spPr>
          <a:xfrm>
            <a:off x="6990270" y="1861760"/>
            <a:ext cx="4744528" cy="453904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3" name="Slide Number"/>
          <p:cNvSpPr txBox="1"/>
          <p:nvPr>
            <p:ph type="sldNum" sz="quarter" idx="2"/>
          </p:nvPr>
        </p:nvSpPr>
        <p:spPr>
          <a:xfrm>
            <a:off x="11871821" y="6550660"/>
            <a:ext cx="2439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itle Text"/>
          <p:cNvSpPr txBox="1"/>
          <p:nvPr>
            <p:ph type="title"/>
          </p:nvPr>
        </p:nvSpPr>
        <p:spPr>
          <a:xfrm>
            <a:off x="4480561" y="457200"/>
            <a:ext cx="7254241" cy="1173709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341" name="Picture Placeholder 10"/>
          <p:cNvSpPr/>
          <p:nvPr>
            <p:ph type="pic" sz="half" idx="21"/>
          </p:nvPr>
        </p:nvSpPr>
        <p:spPr>
          <a:xfrm>
            <a:off x="0" y="457198"/>
            <a:ext cx="4023360" cy="594360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42" name="Body Level One…"/>
          <p:cNvSpPr txBox="1"/>
          <p:nvPr>
            <p:ph type="body" sz="half" idx="1"/>
          </p:nvPr>
        </p:nvSpPr>
        <p:spPr>
          <a:xfrm>
            <a:off x="4480559" y="2088108"/>
            <a:ext cx="7254241" cy="431269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le Text"/>
          <p:cNvSpPr txBox="1"/>
          <p:nvPr>
            <p:ph type="title"/>
          </p:nvPr>
        </p:nvSpPr>
        <p:spPr>
          <a:xfrm>
            <a:off x="457201" y="457198"/>
            <a:ext cx="7254240" cy="1173713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351" name="Body Level One…"/>
          <p:cNvSpPr txBox="1"/>
          <p:nvPr>
            <p:ph type="body" sz="half" idx="1"/>
          </p:nvPr>
        </p:nvSpPr>
        <p:spPr>
          <a:xfrm>
            <a:off x="457201" y="2088108"/>
            <a:ext cx="7254241" cy="431269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Picture Placeholder 10"/>
          <p:cNvSpPr/>
          <p:nvPr>
            <p:ph type="pic" sz="half" idx="21"/>
          </p:nvPr>
        </p:nvSpPr>
        <p:spPr>
          <a:xfrm>
            <a:off x="8168640" y="457198"/>
            <a:ext cx="4023360" cy="594360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3"/>
            <a:ext cx="12186354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801" y="7418"/>
                </a:moveTo>
                <a:lnTo>
                  <a:pt x="9715" y="7418"/>
                </a:lnTo>
                <a:lnTo>
                  <a:pt x="9715" y="20159"/>
                </a:lnTo>
                <a:lnTo>
                  <a:pt x="801" y="20159"/>
                </a:lnTo>
                <a:lnTo>
                  <a:pt x="801" y="7418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61" name="Title Text"/>
          <p:cNvSpPr txBox="1"/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62" name="Picture Placeholder 10"/>
          <p:cNvSpPr/>
          <p:nvPr>
            <p:ph type="pic" sz="half" idx="21"/>
          </p:nvPr>
        </p:nvSpPr>
        <p:spPr>
          <a:xfrm>
            <a:off x="457200" y="2357283"/>
            <a:ext cx="5029199" cy="404351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63" name="Body Level One…"/>
          <p:cNvSpPr txBox="1"/>
          <p:nvPr>
            <p:ph type="body" idx="1"/>
          </p:nvPr>
        </p:nvSpPr>
        <p:spPr>
          <a:xfrm>
            <a:off x="6096000" y="457200"/>
            <a:ext cx="5638799" cy="5943599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3"/>
            <a:ext cx="12186354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801" y="7418"/>
                </a:moveTo>
                <a:lnTo>
                  <a:pt x="9715" y="7418"/>
                </a:lnTo>
                <a:lnTo>
                  <a:pt x="9715" y="20159"/>
                </a:lnTo>
                <a:lnTo>
                  <a:pt x="801" y="20159"/>
                </a:lnTo>
                <a:lnTo>
                  <a:pt x="801" y="7418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372" name="Title Text"/>
          <p:cNvSpPr txBox="1"/>
          <p:nvPr>
            <p:ph type="title"/>
          </p:nvPr>
        </p:nvSpPr>
        <p:spPr>
          <a:xfrm>
            <a:off x="457201" y="457200"/>
            <a:ext cx="3716845" cy="191994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73" name="Picture Placeholder 10"/>
          <p:cNvSpPr/>
          <p:nvPr>
            <p:ph type="pic" sz="quarter" idx="21"/>
          </p:nvPr>
        </p:nvSpPr>
        <p:spPr>
          <a:xfrm>
            <a:off x="457200" y="2743200"/>
            <a:ext cx="3716845" cy="36576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74" name="Body Level One…"/>
          <p:cNvSpPr txBox="1"/>
          <p:nvPr>
            <p:ph type="body" idx="1"/>
          </p:nvPr>
        </p:nvSpPr>
        <p:spPr>
          <a:xfrm>
            <a:off x="4724398" y="457201"/>
            <a:ext cx="7010402" cy="5943599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Title Text"/>
          <p:cNvSpPr txBox="1"/>
          <p:nvPr>
            <p:ph type="title"/>
          </p:nvPr>
        </p:nvSpPr>
        <p:spPr>
          <a:xfrm>
            <a:off x="457200" y="5349242"/>
            <a:ext cx="5638800" cy="1051559"/>
          </a:xfrm>
          <a:prstGeom prst="rect">
            <a:avLst/>
          </a:prstGeo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84" name="Body Level One…"/>
          <p:cNvSpPr txBox="1"/>
          <p:nvPr>
            <p:ph type="body" idx="1" hasCustomPrompt="1"/>
          </p:nvPr>
        </p:nvSpPr>
        <p:spPr>
          <a:xfrm>
            <a:off x="457200" y="152400"/>
            <a:ext cx="11277600" cy="443484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1pPr>
            <a:lvl2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2pPr>
            <a:lvl3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3pPr>
            <a:lvl4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4pPr>
            <a:lvl5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5pPr>
          </a:lstStyle>
          <a:p>
            <a:pPr/>
            <a:r>
              <a:t>XX%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Title Text"/>
          <p:cNvSpPr txBox="1"/>
          <p:nvPr>
            <p:ph type="title"/>
          </p:nvPr>
        </p:nvSpPr>
        <p:spPr>
          <a:xfrm>
            <a:off x="457200" y="5334001"/>
            <a:ext cx="5638800" cy="1066799"/>
          </a:xfrm>
          <a:prstGeom prst="rect">
            <a:avLst/>
          </a:prstGeo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94" name="Body Level One…"/>
          <p:cNvSpPr txBox="1"/>
          <p:nvPr>
            <p:ph type="body" idx="1" hasCustomPrompt="1"/>
          </p:nvPr>
        </p:nvSpPr>
        <p:spPr>
          <a:xfrm>
            <a:off x="457200" y="152400"/>
            <a:ext cx="11277600" cy="4434841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1pPr>
            <a:lvl2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2pPr>
            <a:lvl3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3pPr>
            <a:lvl4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4pPr>
            <a:lvl5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5pPr>
          </a:lstStyle>
          <a:p>
            <a:pPr/>
            <a:r>
              <a:t>XX%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03" name="Title Text"/>
          <p:cNvSpPr txBox="1"/>
          <p:nvPr>
            <p:ph type="title"/>
          </p:nvPr>
        </p:nvSpPr>
        <p:spPr>
          <a:xfrm>
            <a:off x="8991600" y="457200"/>
            <a:ext cx="2743200" cy="59436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04" name="Body Level One…"/>
          <p:cNvSpPr txBox="1"/>
          <p:nvPr>
            <p:ph type="body" idx="1" hasCustomPrompt="1"/>
          </p:nvPr>
        </p:nvSpPr>
        <p:spPr>
          <a:xfrm>
            <a:off x="457200" y="762000"/>
            <a:ext cx="8077200" cy="59436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1pPr>
            <a:lvl2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2pPr>
            <a:lvl3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3pPr>
            <a:lvl4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4pPr>
            <a:lvl5pPr>
              <a:lnSpc>
                <a:spcPct val="90000"/>
              </a:lnSpc>
              <a:defRPr sz="30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5pPr>
          </a:lstStyle>
          <a:p>
            <a:pPr/>
            <a:r>
              <a:t>XX%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Title Text"/>
          <p:cNvSpPr txBox="1"/>
          <p:nvPr>
            <p:ph type="title"/>
          </p:nvPr>
        </p:nvSpPr>
        <p:spPr>
          <a:xfrm>
            <a:off x="612648" y="-1133856"/>
            <a:ext cx="10652760" cy="9144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14" name="Body Level One…"/>
          <p:cNvSpPr txBox="1"/>
          <p:nvPr>
            <p:ph type="body" idx="1" hasCustomPrompt="1"/>
          </p:nvPr>
        </p:nvSpPr>
        <p:spPr>
          <a:xfrm>
            <a:off x="457200" y="457200"/>
            <a:ext cx="7848600" cy="59436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2pPr>
            <a:lvl3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3pPr>
            <a:lvl4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4pPr>
            <a:lvl5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5pPr>
          </a:lstStyle>
          <a:p>
            <a:pPr/>
            <a:r>
              <a:t>Click to add 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23" name="Title Text"/>
          <p:cNvSpPr txBox="1"/>
          <p:nvPr>
            <p:ph type="title"/>
          </p:nvPr>
        </p:nvSpPr>
        <p:spPr>
          <a:xfrm>
            <a:off x="612648" y="-1133856"/>
            <a:ext cx="10652760" cy="9144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24" name="Body Level One…"/>
          <p:cNvSpPr txBox="1"/>
          <p:nvPr>
            <p:ph type="body" idx="1" hasCustomPrompt="1"/>
          </p:nvPr>
        </p:nvSpPr>
        <p:spPr>
          <a:xfrm>
            <a:off x="457200" y="457200"/>
            <a:ext cx="7848600" cy="59436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2pPr>
            <a:lvl3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3pPr>
            <a:lvl4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4pPr>
            <a:lvl5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5pPr>
          </a:lstStyle>
          <a:p>
            <a:pPr/>
            <a:r>
              <a:t>Click to add 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Title Text"/>
          <p:cNvSpPr txBox="1"/>
          <p:nvPr>
            <p:ph type="title"/>
          </p:nvPr>
        </p:nvSpPr>
        <p:spPr>
          <a:xfrm>
            <a:off x="612648" y="-1133856"/>
            <a:ext cx="10652760" cy="9144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34" name="Body Level One…"/>
          <p:cNvSpPr txBox="1"/>
          <p:nvPr>
            <p:ph type="body" idx="1" hasCustomPrompt="1"/>
          </p:nvPr>
        </p:nvSpPr>
        <p:spPr>
          <a:xfrm>
            <a:off x="457200" y="457200"/>
            <a:ext cx="7848600" cy="5943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2pPr>
            <a:lvl3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3pPr>
            <a:lvl4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4pPr>
            <a:lvl5pPr>
              <a:lnSpc>
                <a:spcPct val="90000"/>
              </a:lnSpc>
              <a:spcBef>
                <a:spcPts val="0"/>
              </a:spcBef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5pPr>
          </a:lstStyle>
          <a:p>
            <a:pPr/>
            <a:r>
              <a:t>Click to add 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43" name="Quote Author"/>
          <p:cNvSpPr txBox="1"/>
          <p:nvPr>
            <p:ph type="title" hasCustomPrompt="1"/>
          </p:nvPr>
        </p:nvSpPr>
        <p:spPr>
          <a:xfrm>
            <a:off x="8991597" y="457200"/>
            <a:ext cx="2743201" cy="59436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20000"/>
              </a:lnSpc>
              <a:defRPr sz="2000"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Quote Author</a:t>
            </a:r>
          </a:p>
        </p:txBody>
      </p:sp>
      <p:sp>
        <p:nvSpPr>
          <p:cNvPr id="444" name="Body Level One…"/>
          <p:cNvSpPr txBox="1"/>
          <p:nvPr>
            <p:ph type="body" idx="1" hasCustomPrompt="1"/>
          </p:nvPr>
        </p:nvSpPr>
        <p:spPr>
          <a:xfrm>
            <a:off x="457200" y="457200"/>
            <a:ext cx="7848600" cy="5943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1pPr>
            <a:lvl2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2pPr>
            <a:lvl3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3pPr>
            <a:lvl4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4pPr>
            <a:lvl5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5pPr>
          </a:lstStyle>
          <a:p>
            <a:pPr/>
            <a:r>
              <a:t>Click to add Quote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53" name="Quote Author"/>
          <p:cNvSpPr txBox="1"/>
          <p:nvPr>
            <p:ph type="title" hasCustomPrompt="1"/>
          </p:nvPr>
        </p:nvSpPr>
        <p:spPr>
          <a:xfrm>
            <a:off x="457200" y="5937084"/>
            <a:ext cx="9144000" cy="46634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20000"/>
              </a:lnSpc>
              <a:defRPr sz="2000"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Quote Author</a:t>
            </a:r>
          </a:p>
        </p:txBody>
      </p:sp>
      <p:sp>
        <p:nvSpPr>
          <p:cNvPr id="454" name="Body Level One…"/>
          <p:cNvSpPr txBox="1"/>
          <p:nvPr>
            <p:ph type="body" idx="1" hasCustomPrompt="1"/>
          </p:nvPr>
        </p:nvSpPr>
        <p:spPr>
          <a:xfrm>
            <a:off x="457200" y="454572"/>
            <a:ext cx="11277600" cy="5417309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1pPr>
            <a:lvl2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2pPr>
            <a:lvl3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3pPr>
            <a:lvl4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4pPr>
            <a:lvl5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5pPr>
          </a:lstStyle>
          <a:p>
            <a:pPr/>
            <a:r>
              <a:t>Click to add Quote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63" name="Quote Author"/>
          <p:cNvSpPr txBox="1"/>
          <p:nvPr>
            <p:ph type="title" hasCustomPrompt="1"/>
          </p:nvPr>
        </p:nvSpPr>
        <p:spPr>
          <a:xfrm>
            <a:off x="8763000" y="457200"/>
            <a:ext cx="2971800" cy="594622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defRPr sz="2000"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Quote Author</a:t>
            </a:r>
          </a:p>
        </p:txBody>
      </p:sp>
      <p:sp>
        <p:nvSpPr>
          <p:cNvPr id="464" name="Body Level One…"/>
          <p:cNvSpPr txBox="1"/>
          <p:nvPr>
            <p:ph type="body" idx="1" hasCustomPrompt="1"/>
          </p:nvPr>
        </p:nvSpPr>
        <p:spPr>
          <a:xfrm>
            <a:off x="457200" y="457200"/>
            <a:ext cx="7848600" cy="59436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1pPr>
            <a:lvl2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2pPr>
            <a:lvl3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3pPr>
            <a:lvl4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4pPr>
            <a:lvl5pPr>
              <a:lnSpc>
                <a:spcPct val="90000"/>
              </a:lnSpc>
              <a:defRPr sz="60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5pPr>
          </a:lstStyle>
          <a:p>
            <a:pPr/>
            <a:r>
              <a:t>Click to add Quote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Title Text"/>
          <p:cNvSpPr txBox="1"/>
          <p:nvPr>
            <p:ph type="title"/>
          </p:nvPr>
        </p:nvSpPr>
        <p:spPr>
          <a:xfrm>
            <a:off x="457201" y="457201"/>
            <a:ext cx="11277598" cy="9144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73" name="Body Level One…"/>
          <p:cNvSpPr txBox="1"/>
          <p:nvPr>
            <p:ph type="body" sz="half" idx="1"/>
          </p:nvPr>
        </p:nvSpPr>
        <p:spPr>
          <a:xfrm>
            <a:off x="457200" y="1825624"/>
            <a:ext cx="5230496" cy="4575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</a:lvl1pPr>
            <a:lvl2pPr>
              <a:lnSpc>
                <a:spcPct val="100000"/>
              </a:lnSpc>
              <a:spcBef>
                <a:spcPts val="0"/>
              </a:spcBef>
            </a:lvl2pPr>
            <a:lvl3pPr>
              <a:lnSpc>
                <a:spcPct val="100000"/>
              </a:lnSpc>
              <a:spcBef>
                <a:spcPts val="0"/>
              </a:spcBef>
            </a:lvl3pPr>
            <a:lvl4pPr>
              <a:lnSpc>
                <a:spcPct val="100000"/>
              </a:lnSpc>
              <a:spcBef>
                <a:spcPts val="0"/>
              </a:spcBef>
            </a:lvl4pPr>
            <a:lvl5pPr>
              <a:lnSpc>
                <a:spcPct val="100000"/>
              </a:lnSpc>
              <a:spcBef>
                <a:spcPts val="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itle Text"/>
          <p:cNvSpPr txBox="1"/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2" name="Body Level One…"/>
          <p:cNvSpPr txBox="1"/>
          <p:nvPr>
            <p:ph type="body" sz="quarter" idx="1"/>
          </p:nvPr>
        </p:nvSpPr>
        <p:spPr>
          <a:xfrm>
            <a:off x="457200" y="1823847"/>
            <a:ext cx="5227321" cy="35485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b="1" cap="all" sz="1600"/>
            </a:lvl1pPr>
            <a:lvl2pPr indent="457200">
              <a:lnSpc>
                <a:spcPct val="90000"/>
              </a:lnSpc>
              <a:defRPr b="1" cap="all" sz="1600"/>
            </a:lvl2pPr>
            <a:lvl3pPr indent="914400">
              <a:lnSpc>
                <a:spcPct val="90000"/>
              </a:lnSpc>
              <a:defRPr b="1" cap="all" sz="1600"/>
            </a:lvl3pPr>
            <a:lvl4pPr indent="1371600">
              <a:lnSpc>
                <a:spcPct val="90000"/>
              </a:lnSpc>
              <a:defRPr b="1" cap="all" sz="1600"/>
            </a:lvl4pPr>
            <a:lvl5pPr indent="1828800">
              <a:lnSpc>
                <a:spcPct val="90000"/>
              </a:lnSpc>
              <a:defRPr b="1" cap="all"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3" name="Text Placeholder 4"/>
          <p:cNvSpPr/>
          <p:nvPr>
            <p:ph type="body" sz="quarter" idx="21"/>
          </p:nvPr>
        </p:nvSpPr>
        <p:spPr>
          <a:xfrm>
            <a:off x="6501381" y="1823847"/>
            <a:ext cx="5233418" cy="35485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b="1" cap="all" sz="1600"/>
            </a:pPr>
          </a:p>
        </p:txBody>
      </p:sp>
      <p:sp>
        <p:nvSpPr>
          <p:cNvPr id="4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Title Text"/>
          <p:cNvSpPr txBox="1"/>
          <p:nvPr>
            <p:ph type="title"/>
          </p:nvPr>
        </p:nvSpPr>
        <p:spPr>
          <a:xfrm>
            <a:off x="457200" y="457201"/>
            <a:ext cx="11277600" cy="9144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4"/>
            <a:ext cx="12186354" cy="6854823"/>
          </a:xfrm>
          <a:prstGeom prst="rect">
            <a:avLst/>
          </a:prstGeom>
          <a:ln w="12700">
            <a:miter lim="400000"/>
          </a:ln>
        </p:spPr>
      </p:pic>
      <p:sp>
        <p:nvSpPr>
          <p:cNvPr id="507" name="Title Text"/>
          <p:cNvSpPr txBox="1"/>
          <p:nvPr>
            <p:ph type="title"/>
          </p:nvPr>
        </p:nvSpPr>
        <p:spPr>
          <a:xfrm>
            <a:off x="457200" y="457201"/>
            <a:ext cx="3810000" cy="16764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08" name="Body Level One…"/>
          <p:cNvSpPr txBox="1"/>
          <p:nvPr>
            <p:ph type="body" sz="quarter" idx="1"/>
          </p:nvPr>
        </p:nvSpPr>
        <p:spPr>
          <a:xfrm>
            <a:off x="457200" y="2458616"/>
            <a:ext cx="3810000" cy="394218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</a:lvl1pPr>
            <a:lvl2pPr indent="457200">
              <a:lnSpc>
                <a:spcPct val="100000"/>
              </a:lnSpc>
              <a:spcBef>
                <a:spcPts val="0"/>
              </a:spcBef>
            </a:lvl2pPr>
            <a:lvl3pPr indent="914400">
              <a:lnSpc>
                <a:spcPct val="100000"/>
              </a:lnSpc>
              <a:spcBef>
                <a:spcPts val="0"/>
              </a:spcBef>
            </a:lvl3pPr>
            <a:lvl4pPr indent="1371600">
              <a:lnSpc>
                <a:spcPct val="100000"/>
              </a:lnSpc>
              <a:spcBef>
                <a:spcPts val="0"/>
              </a:spcBef>
            </a:lvl4pPr>
            <a:lvl5pPr indent="1828800">
              <a:lnSpc>
                <a:spcPct val="100000"/>
              </a:lnSpc>
              <a:spcBef>
                <a:spcPts val="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5649" y="3173"/>
            <a:ext cx="12186353" cy="6854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810" y="1431"/>
                </a:moveTo>
                <a:lnTo>
                  <a:pt x="13236" y="1431"/>
                </a:lnTo>
                <a:lnTo>
                  <a:pt x="13236" y="20159"/>
                </a:lnTo>
                <a:lnTo>
                  <a:pt x="810" y="20159"/>
                </a:lnTo>
                <a:lnTo>
                  <a:pt x="810" y="1431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517" name="Title Text"/>
          <p:cNvSpPr txBox="1"/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18" name="Body Level One…"/>
          <p:cNvSpPr txBox="1"/>
          <p:nvPr>
            <p:ph type="body" sz="quarter" idx="1"/>
          </p:nvPr>
        </p:nvSpPr>
        <p:spPr>
          <a:xfrm>
            <a:off x="457200" y="3810000"/>
            <a:ext cx="3810000" cy="25908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</a:lvl1pPr>
            <a:lvl2pPr indent="457200">
              <a:lnSpc>
                <a:spcPct val="100000"/>
              </a:lnSpc>
              <a:spcBef>
                <a:spcPts val="0"/>
              </a:spcBef>
            </a:lvl2pPr>
            <a:lvl3pPr indent="914400">
              <a:lnSpc>
                <a:spcPct val="100000"/>
              </a:lnSpc>
              <a:spcBef>
                <a:spcPts val="0"/>
              </a:spcBef>
            </a:lvl3pPr>
            <a:lvl4pPr indent="1371600">
              <a:lnSpc>
                <a:spcPct val="100000"/>
              </a:lnSpc>
              <a:spcBef>
                <a:spcPts val="0"/>
              </a:spcBef>
            </a:lvl4pPr>
            <a:lvl5pPr indent="1828800">
              <a:lnSpc>
                <a:spcPct val="100000"/>
              </a:lnSpc>
              <a:spcBef>
                <a:spcPts val="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9" name="Picture Placeholder 2"/>
          <p:cNvSpPr/>
          <p:nvPr>
            <p:ph type="pic" idx="21"/>
          </p:nvPr>
        </p:nvSpPr>
        <p:spPr>
          <a:xfrm>
            <a:off x="4724400" y="457200"/>
            <a:ext cx="7010400" cy="59436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5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4"/>
            <a:ext cx="12186354" cy="6854823"/>
          </a:xfrm>
          <a:prstGeom prst="rect">
            <a:avLst/>
          </a:prstGeom>
          <a:ln w="12700">
            <a:miter lim="400000"/>
          </a:ln>
        </p:spPr>
      </p:pic>
      <p:sp>
        <p:nvSpPr>
          <p:cNvPr id="528" name="Title Text"/>
          <p:cNvSpPr txBox="1"/>
          <p:nvPr>
            <p:ph type="title"/>
          </p:nvPr>
        </p:nvSpPr>
        <p:spPr>
          <a:xfrm>
            <a:off x="457198" y="457200"/>
            <a:ext cx="8305802" cy="2971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529" name="Body Level One…"/>
          <p:cNvSpPr txBox="1"/>
          <p:nvPr>
            <p:ph type="body" sz="half" idx="1"/>
          </p:nvPr>
        </p:nvSpPr>
        <p:spPr>
          <a:xfrm>
            <a:off x="457198" y="3733800"/>
            <a:ext cx="11277600" cy="26669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</a:lvl1pPr>
            <a:lvl2pPr>
              <a:lnSpc>
                <a:spcPct val="100000"/>
              </a:lnSpc>
              <a:spcBef>
                <a:spcPts val="0"/>
              </a:spcBef>
            </a:lvl2pPr>
            <a:lvl3pPr>
              <a:lnSpc>
                <a:spcPct val="100000"/>
              </a:lnSpc>
              <a:spcBef>
                <a:spcPts val="0"/>
              </a:spcBef>
            </a:lvl3pPr>
            <a:lvl4pPr>
              <a:lnSpc>
                <a:spcPct val="100000"/>
              </a:lnSpc>
              <a:spcBef>
                <a:spcPts val="0"/>
              </a:spcBef>
            </a:lvl4pPr>
            <a:lvl5pPr>
              <a:lnSpc>
                <a:spcPct val="100000"/>
              </a:lnSpc>
              <a:spcBef>
                <a:spcPts val="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8" y="3174"/>
            <a:ext cx="12186354" cy="6854823"/>
          </a:xfrm>
          <a:prstGeom prst="rect">
            <a:avLst/>
          </a:prstGeom>
          <a:ln w="12700">
            <a:miter lim="400000"/>
          </a:ln>
        </p:spPr>
      </p:pic>
      <p:sp>
        <p:nvSpPr>
          <p:cNvPr id="538" name="Title Text"/>
          <p:cNvSpPr txBox="1"/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539" name="Body Level One…"/>
          <p:cNvSpPr txBox="1"/>
          <p:nvPr>
            <p:ph type="body" sz="half" idx="1"/>
          </p:nvPr>
        </p:nvSpPr>
        <p:spPr>
          <a:xfrm>
            <a:off x="457201" y="3810000"/>
            <a:ext cx="8382001" cy="25908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2000"/>
            </a:lvl1pPr>
            <a:lvl2pPr>
              <a:lnSpc>
                <a:spcPct val="100000"/>
              </a:lnSpc>
              <a:spcBef>
                <a:spcPts val="0"/>
              </a:spcBef>
              <a:defRPr sz="2000"/>
            </a:lvl2pPr>
            <a:lvl3pPr>
              <a:lnSpc>
                <a:spcPct val="100000"/>
              </a:lnSpc>
              <a:spcBef>
                <a:spcPts val="0"/>
              </a:spcBef>
              <a:defRPr sz="2000"/>
            </a:lvl3pPr>
            <a:lvl4pPr>
              <a:lnSpc>
                <a:spcPct val="100000"/>
              </a:lnSpc>
              <a:spcBef>
                <a:spcPts val="0"/>
              </a:spcBef>
              <a:defRPr sz="2000"/>
            </a:lvl4pPr>
            <a:lvl5pPr>
              <a:lnSpc>
                <a:spcPct val="100000"/>
              </a:lnSpc>
              <a:spcBef>
                <a:spcPts val="0"/>
              </a:spcBef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EE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490127"/>
            <a:ext cx="11277600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861728"/>
            <a:ext cx="11277600" cy="453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871823" y="6550660"/>
            <a:ext cx="243977" cy="231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b">
            <a:spAutoFit/>
          </a:bodyPr>
          <a:lstStyle>
            <a:lvl1pPr algn="r">
              <a:defRPr cap="all" spc="50" sz="9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A0053"/>
          </a:solidFill>
          <a:uFillTx/>
          <a:latin typeface="Chamberi Super Display"/>
          <a:ea typeface="Chamberi Super Display"/>
          <a:cs typeface="Chamberi Super Display"/>
          <a:sym typeface="Chamberi Super Display"/>
        </a:defRPr>
      </a:lvl1pPr>
      <a:lvl2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A0053"/>
          </a:solidFill>
          <a:uFillTx/>
          <a:latin typeface="Chamberi Super Display"/>
          <a:ea typeface="Chamberi Super Display"/>
          <a:cs typeface="Chamberi Super Display"/>
          <a:sym typeface="Chamberi Super Display"/>
        </a:defRPr>
      </a:lvl2pPr>
      <a:lvl3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A0053"/>
          </a:solidFill>
          <a:uFillTx/>
          <a:latin typeface="Chamberi Super Display"/>
          <a:ea typeface="Chamberi Super Display"/>
          <a:cs typeface="Chamberi Super Display"/>
          <a:sym typeface="Chamberi Super Display"/>
        </a:defRPr>
      </a:lvl3pPr>
      <a:lvl4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A0053"/>
          </a:solidFill>
          <a:uFillTx/>
          <a:latin typeface="Chamberi Super Display"/>
          <a:ea typeface="Chamberi Super Display"/>
          <a:cs typeface="Chamberi Super Display"/>
          <a:sym typeface="Chamberi Super Display"/>
        </a:defRPr>
      </a:lvl4pPr>
      <a:lvl5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A0053"/>
          </a:solidFill>
          <a:uFillTx/>
          <a:latin typeface="Chamberi Super Display"/>
          <a:ea typeface="Chamberi Super Display"/>
          <a:cs typeface="Chamberi Super Display"/>
          <a:sym typeface="Chamberi Super Display"/>
        </a:defRPr>
      </a:lvl5pPr>
      <a:lvl6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A0053"/>
          </a:solidFill>
          <a:uFillTx/>
          <a:latin typeface="Chamberi Super Display"/>
          <a:ea typeface="Chamberi Super Display"/>
          <a:cs typeface="Chamberi Super Display"/>
          <a:sym typeface="Chamberi Super Display"/>
        </a:defRPr>
      </a:lvl6pPr>
      <a:lvl7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A0053"/>
          </a:solidFill>
          <a:uFillTx/>
          <a:latin typeface="Chamberi Super Display"/>
          <a:ea typeface="Chamberi Super Display"/>
          <a:cs typeface="Chamberi Super Display"/>
          <a:sym typeface="Chamberi Super Display"/>
        </a:defRPr>
      </a:lvl7pPr>
      <a:lvl8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A0053"/>
          </a:solidFill>
          <a:uFillTx/>
          <a:latin typeface="Chamberi Super Display"/>
          <a:ea typeface="Chamberi Super Display"/>
          <a:cs typeface="Chamberi Super Display"/>
          <a:sym typeface="Chamberi Super Display"/>
        </a:defRPr>
      </a:lvl8pPr>
      <a:lvl9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A0053"/>
          </a:solidFill>
          <a:uFillTx/>
          <a:latin typeface="Chamberi Super Display"/>
          <a:ea typeface="Chamberi Super Display"/>
          <a:cs typeface="Chamberi Super Display"/>
          <a:sym typeface="Chamberi Super Display"/>
        </a:defRPr>
      </a:lvl9pPr>
    </p:titleStyle>
    <p:bodyStyle>
      <a:lvl1pPr marL="0" marR="0" indent="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2A0053"/>
          </a:solidFill>
          <a:uFillTx/>
          <a:latin typeface="Aptos Light"/>
          <a:ea typeface="Aptos Light"/>
          <a:cs typeface="Aptos Light"/>
          <a:sym typeface="Aptos Light"/>
        </a:defRPr>
      </a:lvl1pPr>
      <a:lvl2pPr marL="0" marR="0" indent="2286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2A0053"/>
          </a:solidFill>
          <a:uFillTx/>
          <a:latin typeface="Aptos Light"/>
          <a:ea typeface="Aptos Light"/>
          <a:cs typeface="Aptos Light"/>
          <a:sym typeface="Aptos Light"/>
        </a:defRPr>
      </a:lvl2pPr>
      <a:lvl3pPr marL="0" marR="0" indent="4572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2A0053"/>
          </a:solidFill>
          <a:uFillTx/>
          <a:latin typeface="Aptos Light"/>
          <a:ea typeface="Aptos Light"/>
          <a:cs typeface="Aptos Light"/>
          <a:sym typeface="Aptos Light"/>
        </a:defRPr>
      </a:lvl3pPr>
      <a:lvl4pPr marL="0" marR="0" indent="685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2A0053"/>
          </a:solidFill>
          <a:uFillTx/>
          <a:latin typeface="Aptos Light"/>
          <a:ea typeface="Aptos Light"/>
          <a:cs typeface="Aptos Light"/>
          <a:sym typeface="Aptos Light"/>
        </a:defRPr>
      </a:lvl4pPr>
      <a:lvl5pPr marL="0" marR="0" indent="9144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2A0053"/>
          </a:solidFill>
          <a:uFillTx/>
          <a:latin typeface="Aptos Light"/>
          <a:ea typeface="Aptos Light"/>
          <a:cs typeface="Aptos Light"/>
          <a:sym typeface="Aptos Light"/>
        </a:defRPr>
      </a:lvl5pPr>
      <a:lvl6pPr marL="2463800" marR="0" indent="-177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400" u="none">
          <a:solidFill>
            <a:srgbClr val="2A0053"/>
          </a:solidFill>
          <a:uFillTx/>
          <a:latin typeface="Aptos Light"/>
          <a:ea typeface="Aptos Light"/>
          <a:cs typeface="Aptos Light"/>
          <a:sym typeface="Aptos Light"/>
        </a:defRPr>
      </a:lvl6pPr>
      <a:lvl7pPr marL="2921000" marR="0" indent="-177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400" u="none">
          <a:solidFill>
            <a:srgbClr val="2A0053"/>
          </a:solidFill>
          <a:uFillTx/>
          <a:latin typeface="Aptos Light"/>
          <a:ea typeface="Aptos Light"/>
          <a:cs typeface="Aptos Light"/>
          <a:sym typeface="Aptos Light"/>
        </a:defRPr>
      </a:lvl7pPr>
      <a:lvl8pPr marL="3378200" marR="0" indent="-177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400" u="none">
          <a:solidFill>
            <a:srgbClr val="2A0053"/>
          </a:solidFill>
          <a:uFillTx/>
          <a:latin typeface="Aptos Light"/>
          <a:ea typeface="Aptos Light"/>
          <a:cs typeface="Aptos Light"/>
          <a:sym typeface="Aptos Light"/>
        </a:defRPr>
      </a:lvl8pPr>
      <a:lvl9pPr marL="3835400" marR="0" indent="-177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400" u="none">
          <a:solidFill>
            <a:srgbClr val="2A0053"/>
          </a:solidFill>
          <a:uFillTx/>
          <a:latin typeface="Aptos Light"/>
          <a:ea typeface="Aptos Light"/>
          <a:cs typeface="Aptos Light"/>
          <a:sym typeface="Aptos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5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5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5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5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5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5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5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5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5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ptos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Title 2"/>
          <p:cNvSpPr txBox="1"/>
          <p:nvPr>
            <p:ph type="ctrTitle"/>
          </p:nvPr>
        </p:nvSpPr>
        <p:spPr>
          <a:xfrm>
            <a:off x="457200" y="2054226"/>
            <a:ext cx="8934092" cy="4670066"/>
          </a:xfrm>
          <a:prstGeom prst="rect">
            <a:avLst/>
          </a:prstGeom>
        </p:spPr>
        <p:txBody>
          <a:bodyPr/>
          <a:lstStyle/>
          <a:p>
            <a:pPr/>
            <a:r>
              <a:t>Hackathon</a:t>
            </a:r>
          </a:p>
        </p:txBody>
      </p:sp>
      <p:sp>
        <p:nvSpPr>
          <p:cNvPr id="550" name="Subtitle 3"/>
          <p:cNvSpPr txBox="1"/>
          <p:nvPr>
            <p:ph type="subTitle" sz="quarter" idx="1"/>
          </p:nvPr>
        </p:nvSpPr>
        <p:spPr>
          <a:xfrm>
            <a:off x="457199" y="457200"/>
            <a:ext cx="3424520" cy="1139825"/>
          </a:xfrm>
          <a:prstGeom prst="rect">
            <a:avLst/>
          </a:prstGeom>
        </p:spPr>
        <p:txBody>
          <a:bodyPr anchor="t"/>
          <a:lstStyle/>
          <a:p>
            <a:pPr>
              <a:lnSpc>
                <a:spcPct val="90000"/>
              </a:lnSpc>
              <a:defRPr sz="1800"/>
            </a:pPr>
            <a:r>
              <a:t>KentHackIt: 9 – 10 May 2026</a:t>
            </a:r>
          </a:p>
          <a:p>
            <a:pPr>
              <a:lnSpc>
                <a:spcPct val="90000"/>
              </a:lnSpc>
              <a:defRPr sz="1800"/>
            </a:pPr>
            <a:r>
              <a:t>Michael Altea</a:t>
            </a:r>
          </a:p>
          <a:p>
            <a:pPr>
              <a:lnSpc>
                <a:spcPct val="90000"/>
              </a:lnSpc>
              <a:defRPr sz="1800"/>
            </a:pPr>
            <a:r>
              <a:t>Shayne Yong</a:t>
            </a:r>
          </a:p>
          <a:p>
            <a:pPr>
              <a:lnSpc>
                <a:spcPct val="90000"/>
              </a:lnSpc>
              <a:defRPr sz="1800"/>
            </a:pPr>
            <a:r>
              <a:t>Angelo Altea</a:t>
            </a:r>
          </a:p>
        </p:txBody>
      </p:sp>
      <p:pic>
        <p:nvPicPr>
          <p:cNvPr id="551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66316" y="1373037"/>
            <a:ext cx="3467314" cy="34002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Title 1"/>
          <p:cNvSpPr txBox="1"/>
          <p:nvPr>
            <p:ph type="title"/>
          </p:nvPr>
        </p:nvSpPr>
        <p:spPr>
          <a:xfrm>
            <a:off x="457199" y="490127"/>
            <a:ext cx="11277601" cy="914401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/>
            <a:r>
              <a:t>Context / The Problem</a:t>
            </a:r>
          </a:p>
        </p:txBody>
      </p:sp>
      <p:sp>
        <p:nvSpPr>
          <p:cNvPr id="556" name="Content Placeholder 2"/>
          <p:cNvSpPr txBox="1"/>
          <p:nvPr>
            <p:ph type="body" idx="1"/>
          </p:nvPr>
        </p:nvSpPr>
        <p:spPr>
          <a:xfrm>
            <a:off x="457199" y="1861727"/>
            <a:ext cx="11277601" cy="4539074"/>
          </a:xfrm>
          <a:prstGeom prst="rect">
            <a:avLst/>
          </a:prstGeom>
        </p:spPr>
        <p:txBody>
          <a:bodyPr/>
          <a:lstStyle/>
          <a:p>
            <a:pPr>
              <a:buSzPct val="100000"/>
              <a:buFont typeface="Arial"/>
              <a:buChar char="•"/>
              <a:defRPr sz="2000"/>
            </a:pPr>
            <a:r>
              <a:t> As university students, money is a problem we all face, whether it’s managing it and/or trying to earn some more. </a:t>
            </a:r>
          </a:p>
          <a:p>
            <a:pPr>
              <a:buSzPct val="100000"/>
              <a:buFont typeface="Arial"/>
              <a:buChar char="•"/>
              <a:defRPr sz="2000"/>
            </a:pPr>
          </a:p>
          <a:p>
            <a:pPr>
              <a:buSzPct val="100000"/>
              <a:buFont typeface="Arial"/>
              <a:buChar char="•"/>
              <a:defRPr sz="2000"/>
            </a:pPr>
            <a:r>
              <a:t> To be able to make some income while also studying (or before you leave university) you are going to need to create a masterful CV that will pass screenings. </a:t>
            </a:r>
            <a:br/>
          </a:p>
          <a:p>
            <a:pPr>
              <a:buSzPct val="100000"/>
              <a:buFont typeface="Arial"/>
              <a:buChar char="•"/>
              <a:defRPr sz="2000"/>
            </a:pPr>
            <a:r>
              <a:t> But how can you tell if the CV you made is formatted correctly or at least good enough to send? Here’s where AI GMI (Am I Gonna Make IT?) comes in!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prism dir="l" isContent="0"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Title 1"/>
          <p:cNvSpPr txBox="1"/>
          <p:nvPr>
            <p:ph type="title"/>
          </p:nvPr>
        </p:nvSpPr>
        <p:spPr>
          <a:xfrm>
            <a:off x="457199" y="490127"/>
            <a:ext cx="11277601" cy="914401"/>
          </a:xfrm>
          <a:prstGeom prst="rect">
            <a:avLst/>
          </a:prstGeom>
        </p:spPr>
        <p:txBody>
          <a:bodyPr/>
          <a:lstStyle>
            <a:lvl1pPr defTabSz="768095">
              <a:defRPr b="1" sz="3024"/>
            </a:lvl1pPr>
          </a:lstStyle>
          <a:p>
            <a:pPr/>
            <a:r>
              <a:t>Our solution – AI GMI</a:t>
            </a:r>
          </a:p>
        </p:txBody>
      </p:sp>
      <p:sp>
        <p:nvSpPr>
          <p:cNvPr id="559" name="Content Placeholder 2"/>
          <p:cNvSpPr txBox="1"/>
          <p:nvPr>
            <p:ph type="body" idx="1"/>
          </p:nvPr>
        </p:nvSpPr>
        <p:spPr>
          <a:xfrm>
            <a:off x="457199" y="1861727"/>
            <a:ext cx="11277601" cy="4539074"/>
          </a:xfrm>
          <a:prstGeom prst="rect">
            <a:avLst/>
          </a:prstGeom>
        </p:spPr>
        <p:txBody>
          <a:bodyPr/>
          <a:lstStyle/>
          <a:p>
            <a:pPr>
              <a:defRPr sz="2000"/>
            </a:pPr>
          </a:p>
          <a:p>
            <a:pPr>
              <a:defRPr sz="2000"/>
            </a:pPr>
            <a:r>
              <a:t>A web app CV Roaster where the user selects the industry they want to go into, where they can</a:t>
            </a:r>
          </a:p>
          <a:p>
            <a:pPr>
              <a:defRPr sz="2000"/>
            </a:pPr>
            <a:r>
              <a:t>then choose between uploading their own CV or use one of the presets available. We incorporated</a:t>
            </a:r>
          </a:p>
          <a:p>
            <a:pPr>
              <a:defRPr sz="2000"/>
            </a:pPr>
            <a:r>
              <a:t>an AI that will begin to shame the user by roasting the flaws within the CV, this will be voiced by </a:t>
            </a:r>
          </a:p>
          <a:p>
            <a:pPr>
              <a:defRPr sz="2000"/>
            </a:pPr>
            <a:r>
              <a:t>ElevenLabs, to apply the MOST damage to the user’s mental health. Though it’s not all that bad, as</a:t>
            </a:r>
          </a:p>
          <a:p>
            <a:pPr>
              <a:defRPr sz="2000"/>
            </a:pPr>
            <a:r>
              <a:t>afterwards it will provide constructive feedback and a grade out of 100 of your CV.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prism dir="l" isContent="0"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Title 1"/>
          <p:cNvSpPr txBox="1"/>
          <p:nvPr>
            <p:ph type="title"/>
          </p:nvPr>
        </p:nvSpPr>
        <p:spPr>
          <a:xfrm>
            <a:off x="457199" y="490127"/>
            <a:ext cx="11277601" cy="914401"/>
          </a:xfrm>
          <a:prstGeom prst="rect">
            <a:avLst/>
          </a:prstGeom>
        </p:spPr>
        <p:txBody>
          <a:bodyPr/>
          <a:lstStyle>
            <a:lvl1pPr defTabSz="768095">
              <a:defRPr b="1" sz="3024"/>
            </a:lvl1pPr>
          </a:lstStyle>
          <a:p>
            <a:pPr/>
            <a:r>
              <a:t>Our solution – AI GMI</a:t>
            </a:r>
          </a:p>
        </p:txBody>
      </p:sp>
      <p:sp>
        <p:nvSpPr>
          <p:cNvPr id="562" name="Content Placeholder 2"/>
          <p:cNvSpPr txBox="1"/>
          <p:nvPr>
            <p:ph type="body" idx="1"/>
          </p:nvPr>
        </p:nvSpPr>
        <p:spPr>
          <a:xfrm>
            <a:off x="457199" y="1861727"/>
            <a:ext cx="11277601" cy="4539074"/>
          </a:xfrm>
          <a:prstGeom prst="rect">
            <a:avLst/>
          </a:prstGeom>
        </p:spPr>
        <p:txBody>
          <a:bodyPr/>
          <a:lstStyle/>
          <a:p>
            <a:pPr marL="285750" indent="-285750">
              <a:buSzPct val="100000"/>
              <a:buFont typeface="Arial"/>
              <a:buChar char="•"/>
              <a:defRPr sz="2000"/>
            </a:pPr>
            <a:r>
              <a:t>What does our project solve?</a:t>
            </a:r>
          </a:p>
          <a:p>
            <a:pPr>
              <a:defRPr sz="2000"/>
            </a:pPr>
            <a:r>
              <a:t>     Our project helps reduces their dread of job hunting and trust issues for their CV by giving them</a:t>
            </a:r>
          </a:p>
          <a:p>
            <a:pPr>
              <a:defRPr sz="2000"/>
            </a:pPr>
            <a:r>
              <a:t>     practical advice (after making fun of them :D).</a:t>
            </a:r>
          </a:p>
          <a:p>
            <a:pPr>
              <a:defRPr sz="2000"/>
            </a:pPr>
            <a:r>
              <a:t>     </a:t>
            </a:r>
          </a:p>
          <a:p>
            <a:pPr marL="285750" indent="-285750">
              <a:buSzPct val="100000"/>
              <a:buFont typeface="Arial"/>
              <a:buChar char="•"/>
              <a:defRPr sz="2000"/>
            </a:pPr>
            <a:r>
              <a:t>Why did we make it?</a:t>
            </a:r>
          </a:p>
          <a:p>
            <a:pPr>
              <a:defRPr sz="2000"/>
            </a:pPr>
            <a:r>
              <a:t>     To help current or leaving university students increase their chances of getting hired </a:t>
            </a:r>
          </a:p>
          <a:p>
            <a:pPr>
              <a:defRPr sz="2000"/>
            </a:pPr>
            <a:r>
              <a:t>     into a workplace that’s a part of their industry!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prism dir="l" isContent="0"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itle 1"/>
          <p:cNvSpPr txBox="1"/>
          <p:nvPr>
            <p:ph type="title"/>
          </p:nvPr>
        </p:nvSpPr>
        <p:spPr>
          <a:xfrm>
            <a:off x="457199" y="490127"/>
            <a:ext cx="11277601" cy="914401"/>
          </a:xfrm>
          <a:prstGeom prst="rect">
            <a:avLst/>
          </a:prstGeom>
        </p:spPr>
        <p:txBody>
          <a:bodyPr/>
          <a:lstStyle>
            <a:lvl1pPr defTabSz="768095">
              <a:defRPr b="1" sz="3024"/>
            </a:lvl1pPr>
          </a:lstStyle>
          <a:p>
            <a:pPr/>
            <a:r>
              <a:t>Demo</a:t>
            </a:r>
          </a:p>
        </p:txBody>
      </p:sp>
      <p:sp>
        <p:nvSpPr>
          <p:cNvPr id="565" name="Content Placeholder 2"/>
          <p:cNvSpPr txBox="1"/>
          <p:nvPr>
            <p:ph type="body" idx="1"/>
          </p:nvPr>
        </p:nvSpPr>
        <p:spPr>
          <a:xfrm>
            <a:off x="457199" y="1861727"/>
            <a:ext cx="11277601" cy="4539074"/>
          </a:xfrm>
          <a:prstGeom prst="rect">
            <a:avLst/>
          </a:prstGeom>
        </p:spPr>
        <p:txBody>
          <a:bodyPr/>
          <a:lstStyle/>
          <a:p>
            <a:pPr/>
            <a:r>
              <a:t>Qr code goes here or sum 😛</a:t>
            </a:r>
          </a:p>
        </p:txBody>
      </p:sp>
      <p:pic>
        <p:nvPicPr>
          <p:cNvPr id="56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76112" y="309113"/>
            <a:ext cx="6232586" cy="62325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prism dir="l" isContent="0"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itle 1"/>
          <p:cNvSpPr txBox="1"/>
          <p:nvPr>
            <p:ph type="title"/>
          </p:nvPr>
        </p:nvSpPr>
        <p:spPr>
          <a:xfrm>
            <a:off x="457199" y="490127"/>
            <a:ext cx="11277601" cy="914401"/>
          </a:xfrm>
          <a:prstGeom prst="rect">
            <a:avLst/>
          </a:prstGeom>
        </p:spPr>
        <p:txBody>
          <a:bodyPr/>
          <a:lstStyle>
            <a:lvl1pPr defTabSz="768095">
              <a:defRPr b="1" sz="3024"/>
            </a:lvl1pPr>
          </a:lstStyle>
          <a:p>
            <a:pPr/>
            <a:r>
              <a:t>Tech Stack</a:t>
            </a:r>
          </a:p>
        </p:txBody>
      </p:sp>
      <p:sp>
        <p:nvSpPr>
          <p:cNvPr id="569" name="Content Placeholder 2"/>
          <p:cNvSpPr txBox="1"/>
          <p:nvPr>
            <p:ph type="body" idx="1"/>
          </p:nvPr>
        </p:nvSpPr>
        <p:spPr>
          <a:xfrm>
            <a:off x="457199" y="1861727"/>
            <a:ext cx="11277601" cy="4539074"/>
          </a:xfrm>
          <a:prstGeom prst="rect">
            <a:avLst/>
          </a:prstGeom>
        </p:spPr>
        <p:txBody>
          <a:bodyPr/>
          <a:lstStyle/>
          <a:p>
            <a:pPr marL="285750" indent="-285750">
              <a:buSzPct val="100000"/>
              <a:buFont typeface="Arial"/>
              <a:buChar char="•"/>
              <a:defRPr sz="2000"/>
            </a:pPr>
            <a:r>
              <a:t>Frontend: React + Vite </a:t>
            </a:r>
          </a:p>
          <a:p>
            <a:pPr marL="285750" indent="-285750">
              <a:buSzPct val="100000"/>
              <a:buFont typeface="Arial"/>
              <a:buChar char="•"/>
              <a:defRPr sz="2000"/>
            </a:pPr>
            <a:r>
              <a:t>Backend: FastAPI + uvicorn</a:t>
            </a:r>
          </a:p>
          <a:p>
            <a:pPr marL="285750" indent="-285750">
              <a:buSzPct val="100000"/>
              <a:buFont typeface="Arial"/>
              <a:buChar char="•"/>
              <a:defRPr sz="2000"/>
            </a:pPr>
            <a:r>
              <a:t>Grading and Roasting agent: Gemini 2.5 Flash</a:t>
            </a:r>
          </a:p>
          <a:p>
            <a:pPr marL="285750" indent="-285750">
              <a:buSzPct val="100000"/>
              <a:buFont typeface="Arial"/>
              <a:buChar char="•"/>
              <a:defRPr sz="2000"/>
            </a:pPr>
            <a:r>
              <a:t>Voice: ElevenLabs API</a:t>
            </a:r>
          </a:p>
          <a:p>
            <a:pPr marL="285750" indent="-285750">
              <a:buSzPct val="100000"/>
              <a:buFont typeface="Arial"/>
              <a:buChar char="•"/>
              <a:defRPr sz="2000"/>
            </a:pPr>
            <a:r>
              <a:t>Hosting: Vultr Cloud Compute </a:t>
            </a:r>
          </a:p>
          <a:p>
            <a:pPr marL="285750" indent="-285750">
              <a:buSzPct val="100000"/>
              <a:buFont typeface="Arial"/>
              <a:buChar char="•"/>
              <a:defRPr sz="2000"/>
            </a:pPr>
            <a:r>
              <a:t>Dev tooling: Claude Code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prism dir="l" isContent="0"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Title 1"/>
          <p:cNvSpPr txBox="1"/>
          <p:nvPr>
            <p:ph type="title"/>
          </p:nvPr>
        </p:nvSpPr>
        <p:spPr>
          <a:xfrm>
            <a:off x="457199" y="490127"/>
            <a:ext cx="11277601" cy="914401"/>
          </a:xfrm>
          <a:prstGeom prst="rect">
            <a:avLst/>
          </a:prstGeom>
        </p:spPr>
        <p:txBody>
          <a:bodyPr/>
          <a:lstStyle>
            <a:lvl1pPr defTabSz="768095">
              <a:defRPr b="1" sz="3024"/>
            </a:lvl1pPr>
          </a:lstStyle>
          <a:p>
            <a:pPr/>
            <a:r>
              <a:t>More about our project</a:t>
            </a:r>
          </a:p>
        </p:txBody>
      </p:sp>
      <p:sp>
        <p:nvSpPr>
          <p:cNvPr id="572" name="Content Placeholder 2"/>
          <p:cNvSpPr txBox="1"/>
          <p:nvPr>
            <p:ph type="body" idx="1"/>
          </p:nvPr>
        </p:nvSpPr>
        <p:spPr>
          <a:xfrm>
            <a:off x="457199" y="658570"/>
            <a:ext cx="11277601" cy="5331152"/>
          </a:xfrm>
          <a:prstGeom prst="rect">
            <a:avLst/>
          </a:prstGeom>
        </p:spPr>
        <p:txBody>
          <a:bodyPr/>
          <a:lstStyle/>
          <a:p>
            <a:pPr marL="342900" indent="-342900">
              <a:buSzPct val="100000"/>
              <a:buFont typeface="Arial"/>
              <a:buChar char="•"/>
              <a:defRPr sz="2000"/>
            </a:pPr>
          </a:p>
          <a:p>
            <a:pPr marL="342900" indent="-342900">
              <a:buSzPct val="100000"/>
              <a:buFont typeface="Arial"/>
              <a:buChar char="•"/>
              <a:defRPr sz="2000"/>
            </a:pPr>
            <a:r>
              <a:t>Grading/Flaming/Advising</a:t>
            </a:r>
          </a:p>
          <a:p>
            <a:pPr>
              <a:defRPr sz="2000"/>
            </a:pPr>
            <a:r>
              <a:t>   Our project grades the cv uploaded on scale from 1 to 100 using Gemini 2.5 Flash.</a:t>
            </a:r>
          </a:p>
          <a:p>
            <a:pPr>
              <a:defRPr sz="2000"/>
            </a:pPr>
            <a:r>
              <a:t>   It also then roasts the user but then also provides constructive feedback.</a:t>
            </a:r>
          </a:p>
          <a:p>
            <a:pPr>
              <a:defRPr sz="2000"/>
            </a:pPr>
            <a:r>
              <a:t>   It takes into account the Industry they selected on the first page to give them specific, tailored </a:t>
            </a:r>
          </a:p>
          <a:p>
            <a:pPr>
              <a:defRPr sz="2000"/>
            </a:pPr>
            <a:r>
              <a:t>   advice. </a:t>
            </a:r>
          </a:p>
          <a:p>
            <a:pPr>
              <a:defRPr sz="2000"/>
            </a:pPr>
          </a:p>
          <a:p>
            <a:pPr marL="285750" indent="-285750">
              <a:buSzPct val="100000"/>
              <a:buFont typeface="Arial"/>
              <a:buChar char="•"/>
              <a:defRPr sz="2000"/>
            </a:pPr>
            <a:r>
              <a:t>Voice</a:t>
            </a:r>
          </a:p>
          <a:p>
            <a:pPr>
              <a:defRPr sz="2000"/>
            </a:pPr>
            <a:r>
              <a:t>   We also feed Gemini’s output to ElevenLabs TTS to allow for a better quality of life for the user,</a:t>
            </a:r>
          </a:p>
          <a:p>
            <a:pPr>
              <a:defRPr sz="2000"/>
            </a:pPr>
            <a:r>
              <a:t>   and to provide accessibility options for the user. And to maximise mental health damage</a:t>
            </a:r>
            <a: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prism dir="l" isContent="0"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Title 1"/>
          <p:cNvSpPr txBox="1"/>
          <p:nvPr>
            <p:ph type="title"/>
          </p:nvPr>
        </p:nvSpPr>
        <p:spPr>
          <a:xfrm>
            <a:off x="457199" y="490127"/>
            <a:ext cx="11277601" cy="914401"/>
          </a:xfrm>
          <a:prstGeom prst="rect">
            <a:avLst/>
          </a:prstGeom>
        </p:spPr>
        <p:txBody>
          <a:bodyPr/>
          <a:lstStyle>
            <a:lvl1pPr defTabSz="768095">
              <a:defRPr b="1" sz="3024"/>
            </a:lvl1pPr>
          </a:lstStyle>
          <a:p>
            <a:pPr/>
            <a:r>
              <a:t>More about our project</a:t>
            </a:r>
          </a:p>
        </p:txBody>
      </p:sp>
      <p:sp>
        <p:nvSpPr>
          <p:cNvPr id="575" name="Content Placeholder 2"/>
          <p:cNvSpPr txBox="1"/>
          <p:nvPr>
            <p:ph type="body" idx="1"/>
          </p:nvPr>
        </p:nvSpPr>
        <p:spPr>
          <a:xfrm>
            <a:off x="457199" y="1716345"/>
            <a:ext cx="11277601" cy="4539074"/>
          </a:xfrm>
          <a:prstGeom prst="rect">
            <a:avLst/>
          </a:prstGeom>
        </p:spPr>
        <p:txBody>
          <a:bodyPr/>
          <a:lstStyle/>
          <a:p>
            <a:pPr>
              <a:defRPr sz="2000"/>
            </a:pPr>
          </a:p>
          <a:p>
            <a:pPr marL="285750" indent="-285750">
              <a:buSzPct val="100000"/>
              <a:buFont typeface="Arial"/>
              <a:buChar char="•"/>
              <a:defRPr sz="2000"/>
            </a:pPr>
            <a:r>
              <a:t>Vultr</a:t>
            </a:r>
          </a:p>
          <a:p>
            <a:pPr>
              <a:defRPr sz="2000"/>
            </a:pPr>
            <a:r>
              <a:t>    We used Vultr to handle the server hosting to deploy the live demo </a:t>
            </a:r>
          </a:p>
          <a:p>
            <a:pPr>
              <a:defRPr sz="2000"/>
            </a:pPr>
          </a:p>
          <a:p>
            <a:pPr>
              <a:defRPr sz="2000"/>
            </a:pPr>
          </a:p>
          <a:p>
            <a:pPr marL="285750" indent="-285750">
              <a:buSzPct val="100000"/>
              <a:buFont typeface="Arial"/>
              <a:buChar char="•"/>
              <a:defRPr sz="2000"/>
            </a:pPr>
            <a:r>
              <a:t>DARK MODE! (just for bailey)</a:t>
            </a:r>
          </a:p>
          <a:p>
            <a:pPr>
              <a:defRPr sz="2000"/>
            </a:pPr>
            <a:r>
              <a:t>    This improves the user’s experience as it helps reduce blue light production and eye strain or just</a:t>
            </a:r>
          </a:p>
          <a:p>
            <a:pPr>
              <a:defRPr sz="2000"/>
            </a:pPr>
            <a:r>
              <a:t>    simply for preference.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prism dir="l" isContent="0"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itle 1"/>
          <p:cNvSpPr txBox="1"/>
          <p:nvPr>
            <p:ph type="title"/>
          </p:nvPr>
        </p:nvSpPr>
        <p:spPr>
          <a:xfrm>
            <a:off x="376988" y="2039193"/>
            <a:ext cx="6705601" cy="914401"/>
          </a:xfrm>
          <a:prstGeom prst="rect">
            <a:avLst/>
          </a:prstGeom>
        </p:spPr>
        <p:txBody>
          <a:bodyPr/>
          <a:lstStyle/>
          <a:p>
            <a:pPr algn="ctr" defTabSz="603504">
              <a:defRPr b="1" sz="2112"/>
            </a:pPr>
            <a:r>
              <a:t>AI GMI</a:t>
            </a:r>
            <a:br/>
            <a:br/>
            <a:r>
              <a:t>(Are we Gonna Make It???)</a:t>
            </a:r>
          </a:p>
        </p:txBody>
      </p:sp>
      <p:sp>
        <p:nvSpPr>
          <p:cNvPr id="578" name="Content Placeholder 2"/>
          <p:cNvSpPr txBox="1"/>
          <p:nvPr>
            <p:ph type="body" sz="quarter" idx="1"/>
          </p:nvPr>
        </p:nvSpPr>
        <p:spPr>
          <a:xfrm>
            <a:off x="747962" y="3430846"/>
            <a:ext cx="5763128" cy="2207955"/>
          </a:xfrm>
          <a:prstGeom prst="rect">
            <a:avLst/>
          </a:prstGeom>
        </p:spPr>
        <p:txBody>
          <a:bodyPr/>
          <a:lstStyle>
            <a:lvl1pPr algn="ctr">
              <a:defRPr b="1" sz="3600">
                <a:latin typeface="Chamberi Super Display"/>
                <a:ea typeface="Chamberi Super Display"/>
                <a:cs typeface="Chamberi Super Display"/>
                <a:sym typeface="Chamberi Super Display"/>
              </a:defRPr>
            </a:lvl1pPr>
          </a:lstStyle>
          <a:p>
            <a:pPr/>
            <a:r>
              <a:t>Thank you very much for listening and testing out our demo!!</a:t>
            </a:r>
          </a:p>
        </p:txBody>
      </p:sp>
      <p:pic>
        <p:nvPicPr>
          <p:cNvPr id="57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67895" y="1728971"/>
            <a:ext cx="3467314" cy="34002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14:prism dir="l" isContent="0"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rismatic polygons">
  <a:themeElements>
    <a:clrScheme name="Prismatic polygons">
      <a:dk1>
        <a:srgbClr val="2A0053"/>
      </a:dk1>
      <a:lt1>
        <a:srgbClr val="EEEFE7"/>
      </a:lt1>
      <a:dk2>
        <a:srgbClr val="A7A7A7"/>
      </a:dk2>
      <a:lt2>
        <a:srgbClr val="535353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0000FF"/>
      </a:hlink>
      <a:folHlink>
        <a:srgbClr val="FF00FF"/>
      </a:folHlink>
    </a:clrScheme>
    <a:fontScheme name="Prismatic polygons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Prismatic polygon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A0053"/>
            </a:solidFill>
            <a:effectLst/>
            <a:uFillTx/>
            <a:latin typeface="Aptos Light"/>
            <a:ea typeface="Aptos Light"/>
            <a:cs typeface="Aptos Light"/>
            <a:sym typeface="Apto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A0053"/>
            </a:solidFill>
            <a:effectLst/>
            <a:uFillTx/>
            <a:latin typeface="Aptos Light"/>
            <a:ea typeface="Aptos Light"/>
            <a:cs typeface="Aptos Light"/>
            <a:sym typeface="Apto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rismatic polygons">
  <a:themeElements>
    <a:clrScheme name="Prismatic polygon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0000FF"/>
      </a:hlink>
      <a:folHlink>
        <a:srgbClr val="FF00FF"/>
      </a:folHlink>
    </a:clrScheme>
    <a:fontScheme name="Prismatic polygons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Prismatic polygon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A0053"/>
            </a:solidFill>
            <a:effectLst/>
            <a:uFillTx/>
            <a:latin typeface="Aptos Light"/>
            <a:ea typeface="Aptos Light"/>
            <a:cs typeface="Aptos Light"/>
            <a:sym typeface="Apto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A0053"/>
            </a:solidFill>
            <a:effectLst/>
            <a:uFillTx/>
            <a:latin typeface="Aptos Light"/>
            <a:ea typeface="Aptos Light"/>
            <a:cs typeface="Aptos Light"/>
            <a:sym typeface="Apto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
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9" r:id="rId1"/>
  </p:sldMasterIdLst>
  <p:notesMasterIdLst>
    <p:notesMasterId r:id="rId11"/>
  </p:notesMasterIdLst>
  <p:handoutMasterIdLst>
    <p:handoutMasterId r:id="rId12"/>
  </p:handoutMasterIdLst>
  <p:sldIdLst>
    <p:sldId id="260" r:id="rId2"/>
    <p:sldId id="261" r:id="rId3"/>
    <p:sldId id="262" r:id="rId4"/>
    <p:sldId id="263" r:id="rId5"/>
    <p:sldId id="267" r:id="rId6"/>
    <p:sldId id="264" r:id="rId7"/>
    <p:sldId id="265" r:id="rId8"/>
    <p:sldId id="266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0C443C-349D-947D-0D92-845940A0ADC0}" v="979" dt="2026-05-10T08:54:24.1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45"/>
    <p:restoredTop sz="94637"/>
  </p:normalViewPr>
  <p:slideViewPr>
    <p:cSldViewPr snapToGrid="0" showGuides="1">
      <p:cViewPr varScale="1">
        <p:scale>
          <a:sx n="103" d="100"/>
          <a:sy n="103" d="100"/>
        </p:scale>
        <p:origin x="32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yne Yong" userId="S::sy284@kent.ac.uk::e3322dfb-8616-49c3-a67b-502df9ca7e2b" providerId="AD" clId="Web-{D40C443C-349D-947D-0D92-845940A0ADC0}"/>
    <pc:docChg chg="addSld modSld sldOrd modMainMaster">
      <pc:chgData name="Shayne Yong" userId="S::sy284@kent.ac.uk::e3322dfb-8616-49c3-a67b-502df9ca7e2b" providerId="AD" clId="Web-{D40C443C-349D-947D-0D92-845940A0ADC0}" dt="2026-05-10T08:54:24.117" v="974" actId="20577"/>
      <pc:docMkLst>
        <pc:docMk/>
      </pc:docMkLst>
      <pc:sldChg chg="addSp modSp modTransition modNotes">
        <pc:chgData name="Shayne Yong" userId="S::sy284@kent.ac.uk::e3322dfb-8616-49c3-a67b-502df9ca7e2b" providerId="AD" clId="Web-{D40C443C-349D-947D-0D92-845940A0ADC0}" dt="2026-05-10T08:30:40.493" v="953"/>
        <pc:sldMkLst>
          <pc:docMk/>
          <pc:sldMk cId="2329614230" sldId="260"/>
        </pc:sldMkLst>
        <pc:spChg chg="mod">
          <ac:chgData name="Shayne Yong" userId="S::sy284@kent.ac.uk::e3322dfb-8616-49c3-a67b-502df9ca7e2b" providerId="AD" clId="Web-{D40C443C-349D-947D-0D92-845940A0ADC0}" dt="2026-05-10T07:28:43.671" v="37" actId="20577"/>
          <ac:spMkLst>
            <pc:docMk/>
            <pc:sldMk cId="2329614230" sldId="260"/>
            <ac:spMk id="3" creationId="{F01FB9CD-CBF7-C634-8B2F-5E2490FDF9F0}"/>
          </ac:spMkLst>
        </pc:spChg>
        <pc:spChg chg="mod">
          <ac:chgData name="Shayne Yong" userId="S::sy284@kent.ac.uk::e3322dfb-8616-49c3-a67b-502df9ca7e2b" providerId="AD" clId="Web-{D40C443C-349D-947D-0D92-845940A0ADC0}" dt="2026-05-10T07:29:04.046" v="56" actId="20577"/>
          <ac:spMkLst>
            <pc:docMk/>
            <pc:sldMk cId="2329614230" sldId="260"/>
            <ac:spMk id="4" creationId="{D8319D33-1EDC-2FD6-1393-613ECEB01295}"/>
          </ac:spMkLst>
        </pc:spChg>
        <pc:picChg chg="add mod">
          <ac:chgData name="Shayne Yong" userId="S::sy284@kent.ac.uk::e3322dfb-8616-49c3-a67b-502df9ca7e2b" providerId="AD" clId="Web-{D40C443C-349D-947D-0D92-845940A0ADC0}" dt="2026-05-10T07:28:29.655" v="32" actId="1076"/>
          <ac:picMkLst>
            <pc:docMk/>
            <pc:sldMk cId="2329614230" sldId="260"/>
            <ac:picMk id="2" creationId="{8E388163-DECC-3244-0D03-A128CFD414D4}"/>
          </ac:picMkLst>
        </pc:picChg>
      </pc:sldChg>
      <pc:sldChg chg="modSp new modTransition">
        <pc:chgData name="Shayne Yong" userId="S::sy284@kent.ac.uk::e3322dfb-8616-49c3-a67b-502df9ca7e2b" providerId="AD" clId="Web-{D40C443C-349D-947D-0D92-845940A0ADC0}" dt="2026-05-10T08:30:40.493" v="953"/>
        <pc:sldMkLst>
          <pc:docMk/>
          <pc:sldMk cId="2731296997" sldId="261"/>
        </pc:sldMkLst>
        <pc:spChg chg="mod">
          <ac:chgData name="Shayne Yong" userId="S::sy284@kent.ac.uk::e3322dfb-8616-49c3-a67b-502df9ca7e2b" providerId="AD" clId="Web-{D40C443C-349D-947D-0D92-845940A0ADC0}" dt="2026-05-10T07:31:08.829" v="80" actId="20577"/>
          <ac:spMkLst>
            <pc:docMk/>
            <pc:sldMk cId="2731296997" sldId="261"/>
            <ac:spMk id="2" creationId="{37EDB325-3AFA-923C-A2E0-270F58A3A857}"/>
          </ac:spMkLst>
        </pc:spChg>
        <pc:spChg chg="mod">
          <ac:chgData name="Shayne Yong" userId="S::sy284@kent.ac.uk::e3322dfb-8616-49c3-a67b-502df9ca7e2b" providerId="AD" clId="Web-{D40C443C-349D-947D-0D92-845940A0ADC0}" dt="2026-05-10T08:18:59.212" v="874" actId="20577"/>
          <ac:spMkLst>
            <pc:docMk/>
            <pc:sldMk cId="2731296997" sldId="261"/>
            <ac:spMk id="3" creationId="{EFED8397-F2F8-98ED-603B-9EF503481EDF}"/>
          </ac:spMkLst>
        </pc:spChg>
      </pc:sldChg>
      <pc:sldChg chg="modSp new modTransition">
        <pc:chgData name="Shayne Yong" userId="S::sy284@kent.ac.uk::e3322dfb-8616-49c3-a67b-502df9ca7e2b" providerId="AD" clId="Web-{D40C443C-349D-947D-0D92-845940A0ADC0}" dt="2026-05-10T08:54:24.117" v="974" actId="20577"/>
        <pc:sldMkLst>
          <pc:docMk/>
          <pc:sldMk cId="2197914076" sldId="262"/>
        </pc:sldMkLst>
        <pc:spChg chg="mod">
          <ac:chgData name="Shayne Yong" userId="S::sy284@kent.ac.uk::e3322dfb-8616-49c3-a67b-502df9ca7e2b" providerId="AD" clId="Web-{D40C443C-349D-947D-0D92-845940A0ADC0}" dt="2026-05-10T07:30:59.922" v="79" actId="20577"/>
          <ac:spMkLst>
            <pc:docMk/>
            <pc:sldMk cId="2197914076" sldId="262"/>
            <ac:spMk id="2" creationId="{F4BDD3FC-0B25-4D3F-CFCF-1BFDAE2A761D}"/>
          </ac:spMkLst>
        </pc:spChg>
        <pc:spChg chg="mod">
          <ac:chgData name="Shayne Yong" userId="S::sy284@kent.ac.uk::e3322dfb-8616-49c3-a67b-502df9ca7e2b" providerId="AD" clId="Web-{D40C443C-349D-947D-0D92-845940A0ADC0}" dt="2026-05-10T08:54:24.117" v="974" actId="20577"/>
          <ac:spMkLst>
            <pc:docMk/>
            <pc:sldMk cId="2197914076" sldId="262"/>
            <ac:spMk id="3" creationId="{36E90AF9-1D8F-98A2-C3AC-CD2725EA907B}"/>
          </ac:spMkLst>
        </pc:spChg>
      </pc:sldChg>
      <pc:sldChg chg="modSp new modTransition">
        <pc:chgData name="Shayne Yong" userId="S::sy284@kent.ac.uk::e3322dfb-8616-49c3-a67b-502df9ca7e2b" providerId="AD" clId="Web-{D40C443C-349D-947D-0D92-845940A0ADC0}" dt="2026-05-10T08:30:40.493" v="953"/>
        <pc:sldMkLst>
          <pc:docMk/>
          <pc:sldMk cId="1831059521" sldId="263"/>
        </pc:sldMkLst>
        <pc:spChg chg="mod">
          <ac:chgData name="Shayne Yong" userId="S::sy284@kent.ac.uk::e3322dfb-8616-49c3-a67b-502df9ca7e2b" providerId="AD" clId="Web-{D40C443C-349D-947D-0D92-845940A0ADC0}" dt="2026-05-10T07:32:51.896" v="115" actId="20577"/>
          <ac:spMkLst>
            <pc:docMk/>
            <pc:sldMk cId="1831059521" sldId="263"/>
            <ac:spMk id="2" creationId="{BE47F8EC-1298-8B44-B071-638E7A7E3C80}"/>
          </ac:spMkLst>
        </pc:spChg>
        <pc:spChg chg="mod">
          <ac:chgData name="Shayne Yong" userId="S::sy284@kent.ac.uk::e3322dfb-8616-49c3-a67b-502df9ca7e2b" providerId="AD" clId="Web-{D40C443C-349D-947D-0D92-845940A0ADC0}" dt="2026-05-10T07:33:10.273" v="117" actId="20577"/>
          <ac:spMkLst>
            <pc:docMk/>
            <pc:sldMk cId="1831059521" sldId="263"/>
            <ac:spMk id="3" creationId="{43810859-3C30-E657-D243-2C9EA60E0891}"/>
          </ac:spMkLst>
        </pc:spChg>
      </pc:sldChg>
      <pc:sldChg chg="modSp new ord modTransition">
        <pc:chgData name="Shayne Yong" userId="S::sy284@kent.ac.uk::e3322dfb-8616-49c3-a67b-502df9ca7e2b" providerId="AD" clId="Web-{D40C443C-349D-947D-0D92-845940A0ADC0}" dt="2026-05-10T08:30:40.493" v="953"/>
        <pc:sldMkLst>
          <pc:docMk/>
          <pc:sldMk cId="3243775308" sldId="264"/>
        </pc:sldMkLst>
        <pc:spChg chg="mod">
          <ac:chgData name="Shayne Yong" userId="S::sy284@kent.ac.uk::e3322dfb-8616-49c3-a67b-502df9ca7e2b" providerId="AD" clId="Web-{D40C443C-349D-947D-0D92-845940A0ADC0}" dt="2026-05-10T07:33:38.040" v="118" actId="20577"/>
          <ac:spMkLst>
            <pc:docMk/>
            <pc:sldMk cId="3243775308" sldId="264"/>
            <ac:spMk id="2" creationId="{C4772A6C-7208-F515-D86D-53328207C27B}"/>
          </ac:spMkLst>
        </pc:spChg>
        <pc:spChg chg="mod">
          <ac:chgData name="Shayne Yong" userId="S::sy284@kent.ac.uk::e3322dfb-8616-49c3-a67b-502df9ca7e2b" providerId="AD" clId="Web-{D40C443C-349D-947D-0D92-845940A0ADC0}" dt="2026-05-10T08:05:09.614" v="720" actId="20577"/>
          <ac:spMkLst>
            <pc:docMk/>
            <pc:sldMk cId="3243775308" sldId="264"/>
            <ac:spMk id="3" creationId="{CD827BF2-ED3C-256A-746F-7F4E63614EB4}"/>
          </ac:spMkLst>
        </pc:spChg>
      </pc:sldChg>
      <pc:sldChg chg="modSp new modTransition modNotes">
        <pc:chgData name="Shayne Yong" userId="S::sy284@kent.ac.uk::e3322dfb-8616-49c3-a67b-502df9ca7e2b" providerId="AD" clId="Web-{D40C443C-349D-947D-0D92-845940A0ADC0}" dt="2026-05-10T08:30:40.493" v="953"/>
        <pc:sldMkLst>
          <pc:docMk/>
          <pc:sldMk cId="643161187" sldId="265"/>
        </pc:sldMkLst>
        <pc:spChg chg="mod">
          <ac:chgData name="Shayne Yong" userId="S::sy284@kent.ac.uk::e3322dfb-8616-49c3-a67b-502df9ca7e2b" providerId="AD" clId="Web-{D40C443C-349D-947D-0D92-845940A0ADC0}" dt="2026-05-10T07:34:25.762" v="126" actId="20577"/>
          <ac:spMkLst>
            <pc:docMk/>
            <pc:sldMk cId="643161187" sldId="265"/>
            <ac:spMk id="2" creationId="{AD243FAB-1892-589C-D2D0-BFAA1B229F3C}"/>
          </ac:spMkLst>
        </pc:spChg>
        <pc:spChg chg="mod">
          <ac:chgData name="Shayne Yong" userId="S::sy284@kent.ac.uk::e3322dfb-8616-49c3-a67b-502df9ca7e2b" providerId="AD" clId="Web-{D40C443C-349D-947D-0D92-845940A0ADC0}" dt="2026-05-10T08:15:46.099" v="859" actId="20577"/>
          <ac:spMkLst>
            <pc:docMk/>
            <pc:sldMk cId="643161187" sldId="265"/>
            <ac:spMk id="3" creationId="{CC6B4295-8E5A-8B7B-9FFD-0C37ED674364}"/>
          </ac:spMkLst>
        </pc:spChg>
      </pc:sldChg>
      <pc:sldChg chg="addSp delSp modSp new modTransition">
        <pc:chgData name="Shayne Yong" userId="S::sy284@kent.ac.uk::e3322dfb-8616-49c3-a67b-502df9ca7e2b" providerId="AD" clId="Web-{D40C443C-349D-947D-0D92-845940A0ADC0}" dt="2026-05-10T08:30:40.493" v="953"/>
        <pc:sldMkLst>
          <pc:docMk/>
          <pc:sldMk cId="3137877726" sldId="266"/>
        </pc:sldMkLst>
        <pc:spChg chg="mod">
          <ac:chgData name="Shayne Yong" userId="S::sy284@kent.ac.uk::e3322dfb-8616-49c3-a67b-502df9ca7e2b" providerId="AD" clId="Web-{D40C443C-349D-947D-0D92-845940A0ADC0}" dt="2026-05-10T07:44:18.408" v="464" actId="20577"/>
          <ac:spMkLst>
            <pc:docMk/>
            <pc:sldMk cId="3137877726" sldId="266"/>
            <ac:spMk id="2" creationId="{280FA047-B59F-9CF7-19A1-B49853D9F3D1}"/>
          </ac:spMkLst>
        </pc:spChg>
        <pc:spChg chg="mod">
          <ac:chgData name="Shayne Yong" userId="S::sy284@kent.ac.uk::e3322dfb-8616-49c3-a67b-502df9ca7e2b" providerId="AD" clId="Web-{D40C443C-349D-947D-0D92-845940A0ADC0}" dt="2026-05-10T08:14:46.301" v="843" actId="20577"/>
          <ac:spMkLst>
            <pc:docMk/>
            <pc:sldMk cId="3137877726" sldId="266"/>
            <ac:spMk id="3" creationId="{5413E66F-83A0-F22A-FF05-4D905216E6B9}"/>
          </ac:spMkLst>
        </pc:spChg>
        <pc:picChg chg="add del">
          <ac:chgData name="Shayne Yong" userId="S::sy284@kent.ac.uk::e3322dfb-8616-49c3-a67b-502df9ca7e2b" providerId="AD" clId="Web-{D40C443C-349D-947D-0D92-845940A0ADC0}" dt="2026-05-10T07:53:06.406" v="591"/>
          <ac:picMkLst>
            <pc:docMk/>
            <pc:sldMk cId="3137877726" sldId="266"/>
            <ac:picMk id="5" creationId="{33D990B5-B45D-2FCF-886E-5B5E5707AC6B}"/>
          </ac:picMkLst>
        </pc:picChg>
      </pc:sldChg>
      <pc:sldChg chg="addSp delSp modSp new ord modTransition addAnim delAnim modAnim">
        <pc:chgData name="Shayne Yong" userId="S::sy284@kent.ac.uk::e3322dfb-8616-49c3-a67b-502df9ca7e2b" providerId="AD" clId="Web-{D40C443C-349D-947D-0D92-845940A0ADC0}" dt="2026-05-10T08:52:42.819" v="963" actId="1076"/>
        <pc:sldMkLst>
          <pc:docMk/>
          <pc:sldMk cId="2072150252" sldId="267"/>
        </pc:sldMkLst>
        <pc:spChg chg="mod">
          <ac:chgData name="Shayne Yong" userId="S::sy284@kent.ac.uk::e3322dfb-8616-49c3-a67b-502df9ca7e2b" providerId="AD" clId="Web-{D40C443C-349D-947D-0D92-845940A0ADC0}" dt="2026-05-10T07:46:36.287" v="499" actId="20577"/>
          <ac:spMkLst>
            <pc:docMk/>
            <pc:sldMk cId="2072150252" sldId="267"/>
            <ac:spMk id="2" creationId="{F819D5CA-A484-DF1A-E776-3A4E56C0D722}"/>
          </ac:spMkLst>
        </pc:spChg>
        <pc:spChg chg="mod">
          <ac:chgData name="Shayne Yong" userId="S::sy284@kent.ac.uk::e3322dfb-8616-49c3-a67b-502df9ca7e2b" providerId="AD" clId="Web-{D40C443C-349D-947D-0D92-845940A0ADC0}" dt="2026-05-10T07:47:01.975" v="505" actId="20577"/>
          <ac:spMkLst>
            <pc:docMk/>
            <pc:sldMk cId="2072150252" sldId="267"/>
            <ac:spMk id="3" creationId="{81C18B54-42FA-9FC6-5C51-787DA9C338B7}"/>
          </ac:spMkLst>
        </pc:spChg>
        <pc:picChg chg="add del mod">
          <ac:chgData name="Shayne Yong" userId="S::sy284@kent.ac.uk::e3322dfb-8616-49c3-a67b-502df9ca7e2b" providerId="AD" clId="Web-{D40C443C-349D-947D-0D92-845940A0ADC0}" dt="2026-05-10T08:52:17.803" v="954"/>
          <ac:picMkLst>
            <pc:docMk/>
            <pc:sldMk cId="2072150252" sldId="267"/>
            <ac:picMk id="4" creationId="{D87AE8FE-4DE3-B859-C267-E76DD6414A6F}"/>
          </ac:picMkLst>
        </pc:picChg>
        <pc:picChg chg="add mod">
          <ac:chgData name="Shayne Yong" userId="S::sy284@kent.ac.uk::e3322dfb-8616-49c3-a67b-502df9ca7e2b" providerId="AD" clId="Web-{D40C443C-349D-947D-0D92-845940A0ADC0}" dt="2026-05-10T08:52:42.819" v="963" actId="1076"/>
          <ac:picMkLst>
            <pc:docMk/>
            <pc:sldMk cId="2072150252" sldId="267"/>
            <ac:picMk id="5" creationId="{1E4A2EC9-100C-3E82-0A23-EE1AAACC022F}"/>
          </ac:picMkLst>
        </pc:picChg>
      </pc:sldChg>
      <pc:sldChg chg="addSp delSp modSp new modTransition">
        <pc:chgData name="Shayne Yong" userId="S::sy284@kent.ac.uk::e3322dfb-8616-49c3-a67b-502df9ca7e2b" providerId="AD" clId="Web-{D40C443C-349D-947D-0D92-845940A0ADC0}" dt="2026-05-10T08:30:40.493" v="953"/>
        <pc:sldMkLst>
          <pc:docMk/>
          <pc:sldMk cId="2424317587" sldId="268"/>
        </pc:sldMkLst>
        <pc:spChg chg="mod">
          <ac:chgData name="Shayne Yong" userId="S::sy284@kent.ac.uk::e3322dfb-8616-49c3-a67b-502df9ca7e2b" providerId="AD" clId="Web-{D40C443C-349D-947D-0D92-845940A0ADC0}" dt="2026-05-10T07:49:57.702" v="528" actId="1076"/>
          <ac:spMkLst>
            <pc:docMk/>
            <pc:sldMk cId="2424317587" sldId="268"/>
            <ac:spMk id="2" creationId="{5141F6DC-9BAA-F35E-EA4E-9E698C2BD89A}"/>
          </ac:spMkLst>
        </pc:spChg>
        <pc:spChg chg="mod">
          <ac:chgData name="Shayne Yong" userId="S::sy284@kent.ac.uk::e3322dfb-8616-49c3-a67b-502df9ca7e2b" providerId="AD" clId="Web-{D40C443C-349D-947D-0D92-845940A0ADC0}" dt="2026-05-10T07:49:53.154" v="527" actId="20577"/>
          <ac:spMkLst>
            <pc:docMk/>
            <pc:sldMk cId="2424317587" sldId="268"/>
            <ac:spMk id="3" creationId="{B366C4DE-AD3F-4E32-D7FE-E3A7A66B2F8B}"/>
          </ac:spMkLst>
        </pc:spChg>
        <pc:picChg chg="add del mod">
          <ac:chgData name="Shayne Yong" userId="S::sy284@kent.ac.uk::e3322dfb-8616-49c3-a67b-502df9ca7e2b" providerId="AD" clId="Web-{D40C443C-349D-947D-0D92-845940A0ADC0}" dt="2026-05-10T07:49:25.244" v="518"/>
          <ac:picMkLst>
            <pc:docMk/>
            <pc:sldMk cId="2424317587" sldId="268"/>
            <ac:picMk id="4" creationId="{71E89A15-B084-D591-A75D-F6A59DF54401}"/>
          </ac:picMkLst>
        </pc:picChg>
        <pc:picChg chg="add mod">
          <ac:chgData name="Shayne Yong" userId="S::sy284@kent.ac.uk::e3322dfb-8616-49c3-a67b-502df9ca7e2b" providerId="AD" clId="Web-{D40C443C-349D-947D-0D92-845940A0ADC0}" dt="2026-05-10T07:50:00.358" v="529" actId="1076"/>
          <ac:picMkLst>
            <pc:docMk/>
            <pc:sldMk cId="2424317587" sldId="268"/>
            <ac:picMk id="6" creationId="{49B65357-C992-3EF6-8F44-374D08593964}"/>
          </ac:picMkLst>
        </pc:picChg>
        <pc:picChg chg="add del">
          <ac:chgData name="Shayne Yong" userId="S::sy284@kent.ac.uk::e3322dfb-8616-49c3-a67b-502df9ca7e2b" providerId="AD" clId="Web-{D40C443C-349D-947D-0D92-845940A0ADC0}" dt="2026-05-10T07:49:38.996" v="521"/>
          <ac:picMkLst>
            <pc:docMk/>
            <pc:sldMk cId="2424317587" sldId="268"/>
            <ac:picMk id="8" creationId="{F59AB7FA-53B2-C3BA-EEF3-1C5F225CB4BB}"/>
          </ac:picMkLst>
        </pc:picChg>
      </pc:sldChg>
      <pc:sldMasterChg chg="modTransition modSldLayout">
        <pc:chgData name="Shayne Yong" userId="S::sy284@kent.ac.uk::e3322dfb-8616-49c3-a67b-502df9ca7e2b" providerId="AD" clId="Web-{D40C443C-349D-947D-0D92-845940A0ADC0}" dt="2026-05-10T08:30:40.493" v="953"/>
        <pc:sldMasterMkLst>
          <pc:docMk/>
          <pc:sldMasterMk cId="215406036" sldId="2147483979"/>
        </pc:sldMasterMkLst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315788577" sldId="2147483980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2402290412" sldId="2147483981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1254607130" sldId="2147483982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2391124504" sldId="2147483983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4145665994" sldId="2147483984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550580360" sldId="2147483985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106269677" sldId="2147483986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1307032483" sldId="2147483987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33378235" sldId="2147483988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3639342729" sldId="2147483989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795338159" sldId="2147483990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952454763" sldId="2147483991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2840891339" sldId="2147483992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2837540654" sldId="2147483993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4052501924" sldId="2147483994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2926907649" sldId="2147483995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1148196676" sldId="2147483996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3891535126" sldId="2147483997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1132654979" sldId="2147483998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675815838" sldId="2147483999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2094090748" sldId="2147484000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1966082215" sldId="2147484001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4073707595" sldId="2147484002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4069786902" sldId="2147484003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3960601380" sldId="2147484004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2882832689" sldId="2147484005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553626205" sldId="2147484006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139279723" sldId="2147484007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2977688492" sldId="2147484008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972742715" sldId="2147484009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1507886428" sldId="2147484010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1376139324" sldId="2147484011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2079962177" sldId="2147484012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3204431002" sldId="2147484013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3193105740" sldId="2147484014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897249181" sldId="2147484015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3119919895" sldId="2147484016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1419981247" sldId="2147484017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2775854323" sldId="2147484018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367067178" sldId="2147484019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2428282128" sldId="2147484020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413817368" sldId="2147484021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1927535567" sldId="2147484022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2891622741" sldId="2147484023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3255237308" sldId="2147484024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3848987082" sldId="2147484025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514190615" sldId="2147484026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2390822174" sldId="2147484027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1542379939" sldId="2147484028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1058795679" sldId="2147484029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1424960928" sldId="2147484030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2241661672" sldId="2147484031"/>
          </pc:sldLayoutMkLst>
        </pc:sldLayoutChg>
        <pc:sldLayoutChg chg="modTransition">
          <pc:chgData name="Shayne Yong" userId="S::sy284@kent.ac.uk::e3322dfb-8616-49c3-a67b-502df9ca7e2b" providerId="AD" clId="Web-{D40C443C-349D-947D-0D92-845940A0ADC0}" dt="2026-05-10T08:30:40.493" v="953"/>
          <pc:sldLayoutMkLst>
            <pc:docMk/>
            <pc:sldMasterMk cId="215406036" sldId="2147483979"/>
            <pc:sldLayoutMk cId="2913855209" sldId="214748403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92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9D2B7C3-93C4-3719-D2A9-FBE9AFC2AC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54227"/>
            <a:ext cx="8229600" cy="4727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57200"/>
            <a:ext cx="3424518" cy="11398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B3CFBE15-E4BE-4B42-AEEE-ED6C6B9CFCE2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28"/>
            <a:ext cx="11277599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94040C0B-3638-F744-9F98-D66CEC428329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1728"/>
            <a:ext cx="11277599" cy="4539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9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5031BA-FE29-1272-03FA-2B84A99174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5257800"/>
            <a:ext cx="112776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1" y="6019799"/>
            <a:ext cx="11277598" cy="3810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EF7764-3766-AD43-917F-3181D2483C36}" type="datetime1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071A80C-9405-B736-DA8E-7C6B87617DC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7200" y="457199"/>
            <a:ext cx="11274552" cy="4572001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0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E88507-42ED-EBB5-0C22-CA3A46666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52" y="3175"/>
            <a:ext cx="12186353" cy="6854823"/>
          </a:xfrm>
          <a:custGeom>
            <a:avLst/>
            <a:gdLst>
              <a:gd name="csX0" fmla="*/ 0 w 12186355"/>
              <a:gd name="csY0" fmla="*/ 0 h 6854824"/>
              <a:gd name="csX1" fmla="*/ 12186355 w 12186355"/>
              <a:gd name="csY1" fmla="*/ 0 h 6854824"/>
              <a:gd name="csX2" fmla="*/ 12186355 w 12186355"/>
              <a:gd name="csY2" fmla="*/ 454025 h 6854824"/>
              <a:gd name="csX3" fmla="*/ 4798004 w 12186355"/>
              <a:gd name="csY3" fmla="*/ 454025 h 6854824"/>
              <a:gd name="csX4" fmla="*/ 4798004 w 12186355"/>
              <a:gd name="csY4" fmla="*/ 6397625 h 6854824"/>
              <a:gd name="csX5" fmla="*/ 12186355 w 12186355"/>
              <a:gd name="csY5" fmla="*/ 6397625 h 6854824"/>
              <a:gd name="csX6" fmla="*/ 12186355 w 12186355"/>
              <a:gd name="csY6" fmla="*/ 6854824 h 6854824"/>
              <a:gd name="csX7" fmla="*/ 0 w 12186355"/>
              <a:gd name="csY7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5" h="6854824">
                <a:moveTo>
                  <a:pt x="0" y="0"/>
                </a:moveTo>
                <a:lnTo>
                  <a:pt x="12186355" y="0"/>
                </a:lnTo>
                <a:lnTo>
                  <a:pt x="12186355" y="454025"/>
                </a:lnTo>
                <a:lnTo>
                  <a:pt x="4798004" y="454025"/>
                </a:lnTo>
                <a:lnTo>
                  <a:pt x="4798004" y="6397625"/>
                </a:lnTo>
                <a:lnTo>
                  <a:pt x="12186355" y="6397625"/>
                </a:lnTo>
                <a:lnTo>
                  <a:pt x="1218635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3886198" cy="45139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425200"/>
            <a:ext cx="3886200" cy="9756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BD2E1884-4CA3-F14A-A3FE-9D94D32D34BF}" type="datetime1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0" y="76202"/>
            <a:ext cx="6019800" cy="36512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B516699-87B0-CAF3-CAD8-AA40FF750A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950" y="457200"/>
            <a:ext cx="7388352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820400" y="6416675"/>
            <a:ext cx="12954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24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A396DB-37C9-E6F8-96EC-A98E70903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0 w 12186353"/>
              <a:gd name="csY0" fmla="*/ 6854824 h 6854824"/>
              <a:gd name="csX1" fmla="*/ 12186353 w 12186353"/>
              <a:gd name="csY1" fmla="*/ 6854824 h 6854824"/>
              <a:gd name="csX2" fmla="*/ 12186353 w 12186353"/>
              <a:gd name="csY2" fmla="*/ 0 h 6854824"/>
              <a:gd name="csX3" fmla="*/ 0 w 12186353"/>
              <a:gd name="csY3" fmla="*/ 0 h 6854824"/>
              <a:gd name="csX4" fmla="*/ 0 w 12186353"/>
              <a:gd name="csY4" fmla="*/ 457198 h 6854824"/>
              <a:gd name="csX5" fmla="*/ 7418624 w 12186353"/>
              <a:gd name="csY5" fmla="*/ 457198 h 6854824"/>
              <a:gd name="csX6" fmla="*/ 7418624 w 12186353"/>
              <a:gd name="csY6" fmla="*/ 6400798 h 6854824"/>
              <a:gd name="csX7" fmla="*/ 0 w 12186353"/>
              <a:gd name="csY7" fmla="*/ 6400798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4">
                <a:moveTo>
                  <a:pt x="0" y="6854824"/>
                </a:moveTo>
                <a:lnTo>
                  <a:pt x="12186353" y="6854824"/>
                </a:lnTo>
                <a:lnTo>
                  <a:pt x="12186353" y="0"/>
                </a:lnTo>
                <a:lnTo>
                  <a:pt x="0" y="0"/>
                </a:lnTo>
                <a:lnTo>
                  <a:pt x="0" y="457198"/>
                </a:lnTo>
                <a:lnTo>
                  <a:pt x="7418624" y="457198"/>
                </a:lnTo>
                <a:lnTo>
                  <a:pt x="7418624" y="6400798"/>
                </a:lnTo>
                <a:lnTo>
                  <a:pt x="0" y="6400798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8702" y="1856835"/>
            <a:ext cx="3816098" cy="304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702" y="5362310"/>
            <a:ext cx="3816098" cy="1026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DCB9363-2EBD-E747-A181-1D3A08C65245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29ACD8CA-973C-C07A-B4B5-1C33BD6267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457200"/>
            <a:ext cx="742427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65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1CBD8CA-F53F-CFB6-D102-6C4CA833B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229600" cy="5414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43599"/>
            <a:ext cx="10896600" cy="46168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87593"/>
            <a:ext cx="914400" cy="365125"/>
          </a:xfrm>
        </p:spPr>
        <p:txBody>
          <a:bodyPr/>
          <a:lstStyle/>
          <a:p>
            <a:fld id="{A43625EB-9CE7-FE4A-962B-ADA6590F06B0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10395" y="87593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8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7588" y="457200"/>
            <a:ext cx="8723871" cy="4419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7100" y="5483226"/>
            <a:ext cx="5257800" cy="917574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5-9E38-2F43-A154-0A13A54C557F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9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DDDC27D1-1506-B7FD-BBD8-570878A44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80952" cy="627709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5354" y="457200"/>
            <a:ext cx="3439445" cy="2971800"/>
          </a:xfrm>
        </p:spPr>
        <p:txBody>
          <a:bodyPr anchor="t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8CAE-C0F2-B346-BD4B-417B70F2F6EB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032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B2BFDAB-1042-6B32-CEEF-4E400B77CF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174"/>
            <a:ext cx="12192002" cy="6854824"/>
          </a:xfrm>
          <a:custGeom>
            <a:avLst/>
            <a:gdLst>
              <a:gd name="csX0" fmla="*/ 0 w 5650525"/>
              <a:gd name="csY0" fmla="*/ 0 h 6854824"/>
              <a:gd name="csX1" fmla="*/ 5650525 w 5650525"/>
              <a:gd name="csY1" fmla="*/ 0 h 6854824"/>
              <a:gd name="csX2" fmla="*/ 5650525 w 5650525"/>
              <a:gd name="csY2" fmla="*/ 6854824 h 6854824"/>
              <a:gd name="csX3" fmla="*/ 0 w 5650525"/>
              <a:gd name="csY3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50525" h="6854824">
                <a:moveTo>
                  <a:pt x="0" y="0"/>
                </a:moveTo>
                <a:lnTo>
                  <a:pt x="5650525" y="0"/>
                </a:lnTo>
                <a:lnTo>
                  <a:pt x="565052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7845553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51EF5BDB-72C5-6C45-B365-DB2A3AA7E4EB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15063-D727-8995-60D3-02623A7C2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9982201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FF6B260B-9C30-8041-A127-55431CED219C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42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FE14-963B-F240-A047-D4733954729E}" type="datetime1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4200" y="3455158"/>
            <a:ext cx="4800600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38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6842E55-F2D0-924E-CEFB-721E6B52AA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718468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0E42-D83C-0945-8790-6453F9081E20}" type="datetime1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8718468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54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EFDED5-938A-286B-8D7B-122F48C83F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457200 h 6858000"/>
              <a:gd name="csX3" fmla="*/ 5715000 w 12192000"/>
              <a:gd name="csY3" fmla="*/ 457200 h 6858000"/>
              <a:gd name="csX4" fmla="*/ 5715000 w 12192000"/>
              <a:gd name="csY4" fmla="*/ 6400800 h 6858000"/>
              <a:gd name="csX5" fmla="*/ 12192000 w 12192000"/>
              <a:gd name="csY5" fmla="*/ 640080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457200"/>
                </a:lnTo>
                <a:lnTo>
                  <a:pt x="5715000" y="457200"/>
                </a:lnTo>
                <a:lnTo>
                  <a:pt x="5715000" y="6400800"/>
                </a:lnTo>
                <a:lnTo>
                  <a:pt x="12192000" y="640080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800600" cy="2540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B53C-24D5-7E4A-A014-94F398D5C635}" type="datetime1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4800601" cy="2945642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F711452-E8CD-4198-878F-62016D1DDA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15000" y="457200"/>
            <a:ext cx="6480048" cy="5943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91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4AEF0-FD49-9901-2650-A660E32BB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559CC2E-67E0-CD45-1923-3D29474D2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510298"/>
            <a:ext cx="4800600" cy="338176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D06D-70B8-D14B-A67C-9271374366C3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EBA0937-B41B-914E-2AAC-46E2E3534A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34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4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C589F9-B5E9-4B33-8105-9AC2FFA5989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B78262B-02D6-47C9-67D0-07D0F3357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537"/>
            <a:ext cx="4800600" cy="298352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E1D74-C13D-F14A-9B9E-EB7933559C88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DBB5A5D-0276-D53B-63DA-FE8A52528AC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0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4CEF6-557E-9804-CC9A-89809A5FF7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0200"/>
            <a:ext cx="3657600" cy="3657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4FB7707-CCB1-0246-9925-E5DB223369A7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47EA967-03AF-58FD-4A3C-C4F2DD0449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1600200"/>
            <a:ext cx="5565663" cy="3657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07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BAAE26-8B0A-A488-121D-8BF5642E9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AE76B46A-8201-CC4A-8088-50255B4B9D0D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386993"/>
            <a:ext cx="6629400" cy="408357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9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960BFB7-1A46-3D6C-10AE-175CE77B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F2D9860-67F8-974D-8794-2C5A1B3DA504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050111"/>
            <a:ext cx="6629400" cy="4940661"/>
          </a:xfrm>
        </p:spPr>
        <p:txBody>
          <a:bodyPr anchor="ctr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35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DB91743-0D30-2350-EB44-06EFA20D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8351A969-2D26-4F49-AF79-EF4D76632F71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2E3AAFD-6A60-1D0B-28FF-0B5CB92D6A3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457200"/>
            <a:ext cx="6629400" cy="5943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54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313C0D-237C-145D-6D99-0704931ED3D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3827047 w 12186352"/>
              <a:gd name="csY3" fmla="*/ 454026 h 6854823"/>
              <a:gd name="csX4" fmla="*/ 3827047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3827047" y="454026"/>
                </a:lnTo>
                <a:lnTo>
                  <a:pt x="3827047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02" y="457200"/>
            <a:ext cx="2887123" cy="2514601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83FCCD6-08E9-5F43-B78A-D6D06FA7D888}" type="datetime1">
              <a:rPr lang="en-US" smtClean="0"/>
              <a:t>5/10/26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83E9A5C-C933-60D2-BA0B-5D63E2467D6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2102" y="3429000"/>
            <a:ext cx="2887123" cy="29717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4DB69AA-A231-8C00-D853-CD5E094B06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32696" y="457200"/>
            <a:ext cx="8359305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799"/>
            <a:ext cx="1295400" cy="381001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81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314FBE-6941-996E-732C-BE9042D03FA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4568825 h 6854823"/>
              <a:gd name="csX2" fmla="*/ 11729151 w 12186352"/>
              <a:gd name="csY2" fmla="*/ 4568825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4568825"/>
                </a:lnTo>
                <a:lnTo>
                  <a:pt x="11729151" y="4568825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29201"/>
            <a:ext cx="3810000" cy="1371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52D2-CCDE-DA48-AA88-B770548F7575}" type="datetime1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D0830D9-CC27-C2C3-C727-D0E6E595B2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4114799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751" y="5029200"/>
            <a:ext cx="7016048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90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CB3BA5-C3CC-30C6-920A-AFE4D14AF26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8" y="3177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3 h 6854823"/>
              <a:gd name="csX5" fmla="*/ 4761059 w 12186352"/>
              <a:gd name="csY5" fmla="*/ 6397623 h 6854823"/>
              <a:gd name="csX6" fmla="*/ 4761059 w 12186352"/>
              <a:gd name="csY6" fmla="*/ 454023 h 6854823"/>
              <a:gd name="csX7" fmla="*/ 12186352 w 12186352"/>
              <a:gd name="csY7" fmla="*/ 4540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3"/>
                </a:lnTo>
                <a:lnTo>
                  <a:pt x="4761059" y="6397623"/>
                </a:lnTo>
                <a:lnTo>
                  <a:pt x="4761059" y="454023"/>
                </a:lnTo>
                <a:lnTo>
                  <a:pt x="12186352" y="4540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B804614-19A7-C141-7231-844689471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0964" y="457200"/>
            <a:ext cx="3843837" cy="17100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1000"/>
          </a:xfrm>
        </p:spPr>
        <p:txBody>
          <a:bodyPr/>
          <a:lstStyle/>
          <a:p>
            <a:fld id="{2E2458BC-FE32-0A45-9DD7-ED7D64447D19}" type="datetime1">
              <a:rPr lang="en-US" smtClean="0"/>
              <a:t>5/10/26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404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4F324D2-4F52-DFB7-CF7C-C3182974B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90964" y="2624462"/>
            <a:ext cx="3843837" cy="3776337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082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8C312-FD23-D608-5B72-5DB43989560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4755412 w 12186352"/>
              <a:gd name="csY3" fmla="*/ 454026 h 6854823"/>
              <a:gd name="csX4" fmla="*/ 4755412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4755412" y="454026"/>
                </a:lnTo>
                <a:lnTo>
                  <a:pt x="4755412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3714" cy="171006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1000"/>
          </a:xfrm>
        </p:spPr>
        <p:txBody>
          <a:bodyPr/>
          <a:lstStyle/>
          <a:p>
            <a:fld id="{1233975F-0E53-0840-98CD-E03B319E6BC3}" type="datetime1">
              <a:rPr lang="en-US" smtClean="0"/>
              <a:t>5/10/26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799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04AEB09-C22F-E34F-DEF8-A875003EEE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621290"/>
            <a:ext cx="3813714" cy="377951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B255439D-9DD5-19F0-DFF1-101A9899DF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06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70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DD87899-462F-D06B-5D64-3ED065B3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060" y="457200"/>
            <a:ext cx="4735740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D0CA20AB-D25D-704E-83C3-6B013E02E645}" type="datetime1">
              <a:rPr lang="en-US" smtClean="0"/>
              <a:t>5/10/26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799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805F337F-4512-E680-8F5A-95C1812826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68F33D8-4565-CA0E-DF2E-27FBE006F9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60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399" y="6400800"/>
            <a:ext cx="1295399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786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60" y="457200"/>
            <a:ext cx="4796699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1" cy="380999"/>
          </a:xfrm>
        </p:spPr>
        <p:txBody>
          <a:bodyPr/>
          <a:lstStyle/>
          <a:p>
            <a:fld id="{B31F77D0-31D8-5446-A1F3-FE6147C324EC}" type="datetime1">
              <a:rPr lang="en-US" smtClean="0"/>
              <a:t>5/10/26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2"/>
            <a:ext cx="6019800" cy="38099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AC9A1BA-A83A-E476-1A91-3DB0B544DF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835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90998F5-C9FB-EC52-B802-B62AA63E42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9976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400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60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46F2B-72CE-C947-0021-F34244B4344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3654426 h 6854823"/>
              <a:gd name="csX2" fmla="*/ 11729151 w 12186352"/>
              <a:gd name="csY2" fmla="*/ 3654426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3654426"/>
                </a:lnTo>
                <a:lnTo>
                  <a:pt x="11729151" y="3654426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11624"/>
            <a:ext cx="3219343" cy="22891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5CF00-6C05-B849-B141-54CC9A394B3C}" type="datetime1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5CCD5774-AB2C-F489-2BCD-75A5731FA8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32004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8092" y="4111624"/>
            <a:ext cx="7606708" cy="22891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32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4D3EA0-3FE9-3CAB-830E-268B27509F7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3638875 h 6854823"/>
              <a:gd name="csX1" fmla="*/ 451551 w 12186352"/>
              <a:gd name="csY1" fmla="*/ 438477 h 6854823"/>
              <a:gd name="csX2" fmla="*/ 11729151 w 12186352"/>
              <a:gd name="csY2" fmla="*/ 438477 h 6854823"/>
              <a:gd name="csX3" fmla="*/ 11729151 w 12186352"/>
              <a:gd name="csY3" fmla="*/ 3638875 h 6854823"/>
              <a:gd name="csX4" fmla="*/ 0 w 12186352"/>
              <a:gd name="csY4" fmla="*/ 6854823 h 6854823"/>
              <a:gd name="csX5" fmla="*/ 12186352 w 12186352"/>
              <a:gd name="csY5" fmla="*/ 6854823 h 6854823"/>
              <a:gd name="csX6" fmla="*/ 12186352 w 12186352"/>
              <a:gd name="csY6" fmla="*/ 0 h 6854823"/>
              <a:gd name="csX7" fmla="*/ 0 w 12186352"/>
              <a:gd name="csY7" fmla="*/ 0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3638875"/>
                </a:moveTo>
                <a:lnTo>
                  <a:pt x="451551" y="438477"/>
                </a:lnTo>
                <a:lnTo>
                  <a:pt x="11729151" y="438477"/>
                </a:lnTo>
                <a:lnTo>
                  <a:pt x="11729151" y="3638875"/>
                </a:lnTo>
                <a:close/>
                <a:moveTo>
                  <a:pt x="0" y="6854823"/>
                </a:moveTo>
                <a:lnTo>
                  <a:pt x="12186352" y="6854823"/>
                </a:lnTo>
                <a:lnTo>
                  <a:pt x="1218635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200400" cy="230789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1000"/>
          </a:xfrm>
        </p:spPr>
        <p:txBody>
          <a:bodyPr/>
          <a:lstStyle/>
          <a:p>
            <a:fld id="{66499679-3EA0-9342-AF62-C5FAA18B6EFA}" type="datetime1">
              <a:rPr lang="en-US" smtClean="0"/>
              <a:t>5/10/26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AF7E276-884D-AF00-1E18-715F56A8A9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22370" y="457200"/>
            <a:ext cx="7612430" cy="23078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B1DE11C5-B5A8-F8F8-2A43-C0C9580263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3219122"/>
            <a:ext cx="11277600" cy="3200398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626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68A4B-F698-5EDC-1790-BA10F89CD8F3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6 h 6854823"/>
              <a:gd name="csX5" fmla="*/ 7467253 w 12186352"/>
              <a:gd name="csY5" fmla="*/ 6397626 h 6854823"/>
              <a:gd name="csX6" fmla="*/ 7467253 w 12186352"/>
              <a:gd name="csY6" fmla="*/ 454025 h 6854823"/>
              <a:gd name="csX7" fmla="*/ 12186352 w 12186352"/>
              <a:gd name="csY7" fmla="*/ 454025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6"/>
                </a:lnTo>
                <a:lnTo>
                  <a:pt x="7467253" y="6397626"/>
                </a:lnTo>
                <a:lnTo>
                  <a:pt x="7467253" y="454025"/>
                </a:lnTo>
                <a:lnTo>
                  <a:pt x="12186352" y="454025"/>
                </a:ln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949" y="457199"/>
            <a:ext cx="6552851" cy="1555845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8">
            <a:extLst>
              <a:ext uri="{FF2B5EF4-FFF2-40B4-BE49-F238E27FC236}">
                <a16:creationId xmlns:a16="http://schemas.microsoft.com/office/drawing/2014/main" id="{1E168D7B-B77A-72AC-AA72-64FBAA8D378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8"/>
          </a:xfrm>
        </p:spPr>
        <p:txBody>
          <a:bodyPr/>
          <a:lstStyle/>
          <a:p>
            <a:fld id="{3C97155C-DE68-4440-8202-CC9478E27F07}" type="datetime1">
              <a:rPr lang="en-US" smtClean="0"/>
              <a:t>5/10/26</a:t>
            </a:fld>
            <a:endParaRPr lang="en-US" dirty="0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4014B883-B832-AE53-6858-8E25B13C5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CC1B439C-57E0-A299-9A98-A81BFA738C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949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7CA11211-0281-DD36-148E-3ABC6374978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79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4C1286-F0A1-DDC1-4A24-85A9D3462CB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5 h 6854823"/>
              <a:gd name="csX3" fmla="*/ 7461604 w 12186352"/>
              <a:gd name="csY3" fmla="*/ 454025 h 6854823"/>
              <a:gd name="csX4" fmla="*/ 7461604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5"/>
                </a:lnTo>
                <a:lnTo>
                  <a:pt x="7461604" y="454025"/>
                </a:lnTo>
                <a:lnTo>
                  <a:pt x="7461604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F3BC77-0C60-6C24-E5FE-6B80D4812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9553" cy="1549495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2B9DA8F7-1BE7-954A-B654-92996DBA4E86}" type="datetime1">
              <a:rPr lang="en-US" smtClean="0"/>
              <a:t>5/10/26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0A2831D-F063-09A6-A707-24AC43E312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3902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EC7CBEB-1BF7-2607-DBAA-531A9067F8B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467253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68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1A7354-C3D2-8AD8-40DE-4E850BDFCC68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6533074 w 12186352"/>
              <a:gd name="csY0" fmla="*/ 1858587 h 6854823"/>
              <a:gd name="csX1" fmla="*/ 6533074 w 12186352"/>
              <a:gd name="csY1" fmla="*/ 6397626 h 6854823"/>
              <a:gd name="csX2" fmla="*/ 3 w 12186352"/>
              <a:gd name="csY2" fmla="*/ 6397626 h 6854823"/>
              <a:gd name="csX3" fmla="*/ 3 w 12186352"/>
              <a:gd name="csY3" fmla="*/ 1858587 h 6854823"/>
              <a:gd name="csX4" fmla="*/ 12186352 w 12186352"/>
              <a:gd name="csY4" fmla="*/ 0 h 6854823"/>
              <a:gd name="csX5" fmla="*/ 0 w 12186352"/>
              <a:gd name="csY5" fmla="*/ 0 h 6854823"/>
              <a:gd name="csX6" fmla="*/ 0 w 12186352"/>
              <a:gd name="csY6" fmla="*/ 6854823 h 6854823"/>
              <a:gd name="csX7" fmla="*/ 12186352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6533074" y="1858587"/>
                </a:moveTo>
                <a:lnTo>
                  <a:pt x="6533074" y="6397626"/>
                </a:lnTo>
                <a:lnTo>
                  <a:pt x="3" y="6397626"/>
                </a:lnTo>
                <a:lnTo>
                  <a:pt x="3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1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1FAF02C-8E8E-0257-0307-15E6853700F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5447FF96-6068-D045-B983-6A2E1F44124F}" type="datetime1">
              <a:rPr lang="en-US" smtClean="0"/>
              <a:t>5/10/26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12F6119E-6325-71C5-AFDB-160A100A21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E3FB443-D4CA-E6C5-2187-4A649A47F28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861761"/>
            <a:ext cx="6533071" cy="4539039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39D0113-D166-6E44-FF30-39C61CD137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42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ABB22AD-DA7B-73AE-1F66-31345119900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315201 w 12186352"/>
              <a:gd name="csY0" fmla="*/ 1858587 h 6854823"/>
              <a:gd name="csX1" fmla="*/ 7315201 w 12186352"/>
              <a:gd name="csY1" fmla="*/ 6397626 h 6854823"/>
              <a:gd name="csX2" fmla="*/ 2 w 12186352"/>
              <a:gd name="csY2" fmla="*/ 6397626 h 6854823"/>
              <a:gd name="csX3" fmla="*/ 2 w 12186352"/>
              <a:gd name="csY3" fmla="*/ 1858587 h 6854823"/>
              <a:gd name="csX4" fmla="*/ 457201 w 12186352"/>
              <a:gd name="csY4" fmla="*/ 1858587 h 6854823"/>
              <a:gd name="csX5" fmla="*/ 6533074 w 12186352"/>
              <a:gd name="csY5" fmla="*/ 1858587 h 6854823"/>
              <a:gd name="csX6" fmla="*/ 12186352 w 12186352"/>
              <a:gd name="csY6" fmla="*/ 0 h 6854823"/>
              <a:gd name="csX7" fmla="*/ 0 w 12186352"/>
              <a:gd name="csY7" fmla="*/ 0 h 6854823"/>
              <a:gd name="csX8" fmla="*/ 0 w 12186352"/>
              <a:gd name="csY8" fmla="*/ 6854823 h 6854823"/>
              <a:gd name="csX9" fmla="*/ 12186352 w 12186352"/>
              <a:gd name="csY9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86352" h="6854823">
                <a:moveTo>
                  <a:pt x="7315201" y="1858587"/>
                </a:moveTo>
                <a:lnTo>
                  <a:pt x="7315201" y="6397626"/>
                </a:lnTo>
                <a:lnTo>
                  <a:pt x="2" y="6397626"/>
                </a:lnTo>
                <a:lnTo>
                  <a:pt x="2" y="1858587"/>
                </a:lnTo>
                <a:lnTo>
                  <a:pt x="457201" y="1858587"/>
                </a:lnTo>
                <a:lnTo>
                  <a:pt x="6533074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7349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C195F3F8-9E31-7F42-8188-F6043F071A39}" type="datetime1">
              <a:rPr lang="en-US" smtClean="0"/>
              <a:t>5/10/26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5999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861761"/>
            <a:ext cx="3886199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BB8F855-8399-5C2F-8FFE-3445E6ACC1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76800" y="1861761"/>
            <a:ext cx="7315199" cy="4539039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88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870277-9BEA-773F-5ABC-0478C95CF73B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6854823 h 6854823"/>
              <a:gd name="csX3" fmla="*/ 0 w 12186352"/>
              <a:gd name="csY3" fmla="*/ 6854823 h 6854823"/>
              <a:gd name="csX4" fmla="*/ 0 w 12186352"/>
              <a:gd name="csY4" fmla="*/ 6377154 h 6854823"/>
              <a:gd name="csX5" fmla="*/ 6527422 w 12186352"/>
              <a:gd name="csY5" fmla="*/ 6377154 h 6854823"/>
              <a:gd name="csX6" fmla="*/ 6527422 w 12186352"/>
              <a:gd name="csY6" fmla="*/ 1858587 h 6854823"/>
              <a:gd name="csX7" fmla="*/ 0 w 12186352"/>
              <a:gd name="csY7" fmla="*/ 1858587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lnTo>
                  <a:pt x="0" y="6377154"/>
                </a:lnTo>
                <a:lnTo>
                  <a:pt x="6527422" y="6377154"/>
                </a:lnTo>
                <a:lnTo>
                  <a:pt x="6527422" y="1858587"/>
                </a:lnTo>
                <a:lnTo>
                  <a:pt x="0" y="1858587"/>
                </a:lnTo>
                <a:close/>
              </a:path>
            </a:pathLst>
          </a:cu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5CBF9ED-624B-FB83-6E83-BB42410F2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2"/>
            <a:ext cx="1127759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AE8BA31F-10E3-B74C-A113-9DB8A6700F67}" type="datetime1">
              <a:rPr lang="en-US" smtClean="0"/>
              <a:t>5/10/26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1" y="76201"/>
            <a:ext cx="6019798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9BCDC3DB-8BBB-CC92-23DB-44BEC6BD61F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1861761"/>
            <a:ext cx="6533071" cy="451856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C7B1CAB-4A9F-B8E9-3C1E-15C58564C1F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9027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744199" y="6400800"/>
            <a:ext cx="13715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13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1" y="457200"/>
            <a:ext cx="7254240" cy="1173708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ACEC350-F243-8E48-2F30-905D6999D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0999"/>
          </a:xfrm>
        </p:spPr>
        <p:txBody>
          <a:bodyPr/>
          <a:lstStyle/>
          <a:p>
            <a:fld id="{3596BBB1-49AB-C544-9861-84EE6CF53403}" type="datetime1">
              <a:rPr lang="en-US" smtClean="0"/>
              <a:t>5/10/26</a:t>
            </a:fld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693FD3A5-45B7-3678-FCC8-1AA49237E7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0E31D68-951A-2336-5424-6671B2E929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05F3D1FB-5F83-6976-2FDE-42146116FF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9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E5C046-40A5-D694-E725-EA0ABE0B8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199"/>
            <a:ext cx="7254239" cy="1173712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0"/>
            <a:ext cx="1295400" cy="380999"/>
          </a:xfrm>
        </p:spPr>
        <p:txBody>
          <a:bodyPr/>
          <a:lstStyle/>
          <a:p>
            <a:fld id="{9D50FFC8-0737-944F-9B20-403A2248B3E7}" type="datetime1">
              <a:rPr lang="en-US" smtClean="0"/>
              <a:t>5/10/26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4E5FB0DF-C175-C1BD-BDD9-3536A2F7E4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7C20B94A-DE1D-8112-79D8-ADD778F243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3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160961-81A4-744C-57F0-3A91AB73281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5029200" cy="151908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DA7B-3D23-9747-B64E-78D5DD68C6C7}" type="datetime1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02CE9A6-F23E-1299-6CEA-8B0DBFBE20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357283"/>
            <a:ext cx="5029199" cy="4043516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457200"/>
            <a:ext cx="5638799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05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92B07A-D9A0-38E9-B941-74C38124D59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716844" cy="191994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040DD-291F-D14A-B0CD-056B01183946}" type="datetime1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15A2C62-B33D-41E9-D363-2E5B5EC4C6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743200"/>
            <a:ext cx="3716845" cy="3657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399" y="457201"/>
            <a:ext cx="7010401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4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D16EBF9-B68A-0B06-1D11-8A73C8F9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49242"/>
            <a:ext cx="5638800" cy="105155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0AA6F4-6FEB-A645-BC84-8FD86BB56A56}" type="datetime1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FC49D795-05CD-88A6-65D2-CE59AB098CD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19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62229AA-0D53-41CE-F2F6-A43A58F4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2"/>
            <a:ext cx="5638800" cy="106679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9C1F0A-369C-694C-9034-23649A99EDDB}" type="datetime1">
              <a:rPr lang="en-US" smtClean="0"/>
              <a:t>5/10/26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2685CAE8-3040-D343-9736-69ED07ADEE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81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AC97C7-C18C-1AFB-595D-1164216C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0" y="457200"/>
            <a:ext cx="2743200" cy="5943600"/>
          </a:xfrm>
        </p:spPr>
        <p:txBody>
          <a:bodyPr anchor="ctr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5CB68B-3B3F-204E-812A-7CA74DAAFECC}" type="datetime1">
              <a:rPr lang="en-US" smtClean="0"/>
              <a:t>5/10/26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794CDEE-6628-D8C2-4DD7-A2AF2B148E2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762000"/>
            <a:ext cx="8077200" cy="5943600"/>
          </a:xfrm>
        </p:spPr>
        <p:txBody>
          <a:bodyPr anchor="ctr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54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A025-A5F8-BC41-857C-074A129970DD}" type="datetime1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71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A02B-DBB0-A046-81B0-FEDCAC57CE71}" type="datetime1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82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2E1041-C021-CE4A-9D2F-9EE16EB193AE}" type="datetime1">
              <a:rPr lang="en-US" smtClean="0"/>
              <a:t>5/10/26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598" y="457200"/>
            <a:ext cx="2743200" cy="59436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9110DB-B309-8C4D-B2B7-2B6318BF3864}" type="datetime1">
              <a:rPr lang="en-US" smtClean="0"/>
              <a:t>5/10/26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2B13095-060E-7C64-69EA-E7821D5019E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t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3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937084"/>
            <a:ext cx="9144000" cy="4663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CD263F-17D1-DD49-AE75-3B385E0CFFA9}" type="datetime1">
              <a:rPr lang="en-US" smtClean="0"/>
              <a:t>5/10/26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8A7DA2E-06EC-D8CE-ACE3-28D98B5AC26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4572"/>
            <a:ext cx="11277600" cy="5417308"/>
          </a:xfrm>
        </p:spPr>
        <p:txBody>
          <a:bodyPr anchor="b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22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0" y="457200"/>
            <a:ext cx="2971800" cy="594622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64374B-BFF6-3C4D-A435-E85D19EC7285}" type="datetime1">
              <a:rPr lang="en-US" smtClean="0"/>
              <a:t>5/10/26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D97FB3-18C6-51BD-4179-B642A2A709C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ctr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37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1"/>
            <a:ext cx="11277598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FF47-482A-5A42-BC2B-D17760A60D7C}" type="datetime1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4"/>
            <a:ext cx="5230495" cy="45751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7" y="1825625"/>
            <a:ext cx="5230493" cy="45751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87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0A138-5AFC-9A4D-A014-96125C4D80CC}" type="datetime1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3847"/>
            <a:ext cx="5227320" cy="354857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286000"/>
            <a:ext cx="522763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1" y="1823847"/>
            <a:ext cx="5233417" cy="35485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92" y="2286000"/>
            <a:ext cx="523370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9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1EA9-87CF-8343-9776-D1D52A179B2E}" type="datetime1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22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506F-D76B-DF43-A96B-B8A73BD734D5}" type="datetime1">
              <a:rPr lang="en-US" smtClean="0"/>
              <a:t>5/10/26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7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B8EF09-85B4-2CB8-82A3-EECAE01D45AD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3810000" cy="16764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7B30-84C4-E14A-AD9D-99C744B58D2B}" type="datetime1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458616"/>
            <a:ext cx="3810000" cy="394218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457200"/>
            <a:ext cx="6934200" cy="5943600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defRPr lang="en-US" b="0" dirty="0"/>
            </a:lvl1pPr>
            <a:lvl2pPr>
              <a:spcBef>
                <a:spcPts val="0"/>
              </a:spcBef>
              <a:defRPr lang="en-US" dirty="0"/>
            </a:lvl2pPr>
            <a:lvl3pPr>
              <a:spcBef>
                <a:spcPts val="0"/>
              </a:spcBef>
              <a:defRPr lang="en-US" dirty="0"/>
            </a:lvl3pPr>
            <a:lvl4pPr>
              <a:spcBef>
                <a:spcPts val="0"/>
              </a:spcBef>
              <a:defRPr lang="en-US" dirty="0"/>
            </a:lvl4pPr>
            <a:lvl5pPr>
              <a:spcBef>
                <a:spcPts val="0"/>
              </a:spcBef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9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0935E8B-BB8A-9B48-4EC5-768D5E3A1DD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0000" cy="2971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00D-D41F-AF4D-9311-8F7464F57478}" type="datetime1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810000"/>
            <a:ext cx="3810000" cy="25908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D567F4A-97DA-0A34-ED21-0C003CA8AF5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24400" y="457200"/>
            <a:ext cx="7010399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6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87CE1-ACE0-D6A3-D3B7-DF95BF559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8305801" cy="2971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D72C-8184-5840-B481-389540A01A17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8" y="3733800"/>
            <a:ext cx="11277599" cy="266699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61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F1DC1-62BC-8F1C-64E5-A5FBEAB8F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5638799" cy="29718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2C1FE-0BA1-514C-8495-D43A7528783D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3810000"/>
            <a:ext cx="8382000" cy="25908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sz="200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sz="200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sz="200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55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52601"/>
            <a:ext cx="11277599" cy="4648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" y="76201"/>
            <a:ext cx="1447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BF82D58-E94F-DA46-9A9B-DBAB917AB2DD}" type="datetime1">
              <a:rPr lang="en-US" smtClean="0"/>
              <a:pPr/>
              <a:t>5/10/26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76201"/>
            <a:ext cx="6019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400800"/>
            <a:ext cx="1295400" cy="381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  <p:sldLayoutId id="2147483996" r:id="rId17"/>
    <p:sldLayoutId id="2147483997" r:id="rId18"/>
    <p:sldLayoutId id="2147483998" r:id="rId19"/>
    <p:sldLayoutId id="2147483999" r:id="rId20"/>
    <p:sldLayoutId id="2147484000" r:id="rId21"/>
    <p:sldLayoutId id="2147484001" r:id="rId22"/>
    <p:sldLayoutId id="2147484002" r:id="rId23"/>
    <p:sldLayoutId id="2147484003" r:id="rId24"/>
    <p:sldLayoutId id="2147484004" r:id="rId25"/>
    <p:sldLayoutId id="2147484005" r:id="rId26"/>
    <p:sldLayoutId id="2147484006" r:id="rId27"/>
    <p:sldLayoutId id="2147484007" r:id="rId28"/>
    <p:sldLayoutId id="2147484008" r:id="rId29"/>
    <p:sldLayoutId id="2147484009" r:id="rId30"/>
    <p:sldLayoutId id="2147484010" r:id="rId31"/>
    <p:sldLayoutId id="2147484011" r:id="rId32"/>
    <p:sldLayoutId id="2147484012" r:id="rId33"/>
    <p:sldLayoutId id="2147484013" r:id="rId34"/>
    <p:sldLayoutId id="2147484014" r:id="rId35"/>
    <p:sldLayoutId id="2147484015" r:id="rId36"/>
    <p:sldLayoutId id="2147484016" r:id="rId37"/>
    <p:sldLayoutId id="2147484017" r:id="rId38"/>
    <p:sldLayoutId id="2147484018" r:id="rId39"/>
    <p:sldLayoutId id="2147484019" r:id="rId40"/>
    <p:sldLayoutId id="2147484020" r:id="rId41"/>
    <p:sldLayoutId id="2147484021" r:id="rId42"/>
    <p:sldLayoutId id="2147484022" r:id="rId43"/>
    <p:sldLayoutId id="2147484023" r:id="rId44"/>
    <p:sldLayoutId id="2147484024" r:id="rId45"/>
    <p:sldLayoutId id="2147484025" r:id="rId46"/>
    <p:sldLayoutId id="2147484026" r:id="rId47"/>
    <p:sldLayoutId id="2147484027" r:id="rId48"/>
    <p:sldLayoutId id="2147484028" r:id="rId49"/>
    <p:sldLayoutId id="2147484029" r:id="rId50"/>
    <p:sldLayoutId id="2147484030" r:id="rId51"/>
    <p:sldLayoutId id="2147484031" r:id="rId52"/>
    <p:sldLayoutId id="2147484032" r:id="rId53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31" orient="horz" pos="48" userDrawn="1">
          <p15:clr>
            <a:srgbClr val="F26B43"/>
          </p15:clr>
        </p15:guide>
        <p15:guide id="32" orient="horz" pos="4272" userDrawn="1">
          <p15:clr>
            <a:srgbClr val="F26B43"/>
          </p15:clr>
        </p15:guide>
        <p15:guide id="33" pos="48" userDrawn="1">
          <p15:clr>
            <a:srgbClr val="F26B43"/>
          </p15:clr>
        </p15:guide>
        <p15:guide id="34" pos="7632" userDrawn="1">
          <p15:clr>
            <a:srgbClr val="F26B43"/>
          </p15:clr>
        </p15:guide>
        <p15:guide id="35" orient="horz" pos="288" userDrawn="1">
          <p15:clr>
            <a:srgbClr val="F26B43"/>
          </p15:clr>
        </p15:guide>
        <p15:guide id="36" orient="horz" pos="4032" userDrawn="1">
          <p15:clr>
            <a:srgbClr val="F26B43"/>
          </p15:clr>
        </p15:guide>
        <p15:guide id="37" pos="7392" userDrawn="1">
          <p15:clr>
            <a:srgbClr val="F26B43"/>
          </p15:clr>
        </p15:guide>
        <p15:guide id="38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54227"/>
            <a:ext cx="8934092" cy="4670065"/>
          </a:xfrm>
        </p:spPr>
        <p:txBody>
          <a:bodyPr/>
          <a:lstStyle/>
          <a:p>
            <a:r>
              <a:rPr lang="en-US">
                <a:cs typeface="Biome"/>
              </a:rPr>
              <a:t>Hackathon</a:t>
            </a:r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 fontScale="92500" lnSpcReduction="10000"/>
          </a:bodyPr>
          <a:lstStyle/>
          <a:p>
            <a:r>
              <a:rPr lang="en-US" err="1"/>
              <a:t>KentHackIt</a:t>
            </a:r>
            <a:r>
              <a:rPr lang="en-US"/>
              <a:t>: 9 – 10 May 2026</a:t>
            </a:r>
          </a:p>
          <a:p>
            <a:r>
              <a:rPr lang="en-US"/>
              <a:t>Michael Altea</a:t>
            </a:r>
          </a:p>
          <a:p>
            <a:r>
              <a:rPr lang="en-US"/>
              <a:t>Shayne Yong</a:t>
            </a:r>
          </a:p>
          <a:p>
            <a:r>
              <a:rPr lang="en-US"/>
              <a:t>Angelo Altea</a:t>
            </a:r>
          </a:p>
        </p:txBody>
      </p:sp>
      <p:pic>
        <p:nvPicPr>
          <p:cNvPr id="2" name="Picture 1" descr="A grey object with a white paper on top of it&#10;&#10;AI-generated content may be incorrect.">
            <a:extLst>
              <a:ext uri="{FF2B5EF4-FFF2-40B4-BE49-F238E27FC236}">
                <a16:creationId xmlns:a16="http://schemas.microsoft.com/office/drawing/2014/main" id="{8E388163-DECC-3244-0D03-A128CFD41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316" y="1373037"/>
            <a:ext cx="3467313" cy="340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DB325-3AFA-923C-A2E0-270F58A3A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cs typeface="Biome"/>
              </a:rPr>
              <a:t>Context / The Problem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D8397-F2F8-98ED-603B-9EF503481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har char="•"/>
            </a:pPr>
            <a:r>
              <a:rPr lang="en-GB" sz="2000" dirty="0">
                <a:ea typeface="+mn-lt"/>
                <a:cs typeface="+mn-lt"/>
              </a:rPr>
              <a:t> As university students, money is a problem we all face, whether it’s managing it and/or trying to earn some more. </a:t>
            </a:r>
            <a:endParaRPr lang="en-US" sz="2000" dirty="0"/>
          </a:p>
          <a:p>
            <a:pPr>
              <a:buChar char="•"/>
            </a:pPr>
            <a:endParaRPr lang="en-US" sz="2000" dirty="0"/>
          </a:p>
          <a:p>
            <a:pPr>
              <a:buChar char="•"/>
            </a:pPr>
            <a:r>
              <a:rPr lang="en-GB" sz="2000" dirty="0">
                <a:ea typeface="+mn-lt"/>
                <a:cs typeface="+mn-lt"/>
              </a:rPr>
              <a:t> To be able to make some income while also studying (or before you leave university) you are going to need to create a masterful CV </a:t>
            </a:r>
            <a:r>
              <a:rPr lang="en-GB" sz="2000">
                <a:ea typeface="+mn-lt"/>
                <a:cs typeface="+mn-lt"/>
              </a:rPr>
              <a:t>that will</a:t>
            </a:r>
            <a:r>
              <a:rPr lang="en-GB" sz="2000" dirty="0">
                <a:ea typeface="+mn-lt"/>
                <a:cs typeface="+mn-lt"/>
              </a:rPr>
              <a:t> pass screenings. </a:t>
            </a:r>
            <a:br>
              <a:rPr lang="en-US" sz="2000" dirty="0"/>
            </a:br>
            <a:endParaRPr lang="en-US" sz="2000" dirty="0"/>
          </a:p>
          <a:p>
            <a:pPr>
              <a:buChar char="•"/>
            </a:pPr>
            <a:r>
              <a:rPr lang="en-GB" sz="2000" dirty="0">
                <a:ea typeface="+mn-lt"/>
                <a:cs typeface="+mn-lt"/>
              </a:rPr>
              <a:t> But how can you tell if the CV you made is formatted correctly or at least good enough to send? Here’s where AI GMI (Am I </a:t>
            </a:r>
            <a:r>
              <a:rPr lang="en-GB" sz="2000" dirty="0" err="1">
                <a:ea typeface="+mn-lt"/>
                <a:cs typeface="+mn-lt"/>
              </a:rPr>
              <a:t>Gonna</a:t>
            </a:r>
            <a:r>
              <a:rPr lang="en-GB" sz="2000" dirty="0">
                <a:ea typeface="+mn-lt"/>
                <a:cs typeface="+mn-lt"/>
              </a:rPr>
              <a:t> Make IT?) comes in! </a:t>
            </a:r>
            <a:endParaRPr lang="en-GB" sz="2000"/>
          </a:p>
          <a:p>
            <a:pPr marL="285750" indent="-285750"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1296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DD3FC-0B25-4D3F-CFCF-1BFDAE2A7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ea typeface="+mj-lt"/>
                <a:cs typeface="+mj-lt"/>
              </a:rPr>
              <a:t>Our solution – AI GMI</a:t>
            </a:r>
            <a:endParaRPr lang="en-US"/>
          </a:p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90AF9-1D8F-98A2-C3AC-CD2725EA9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sz="2000" dirty="0">
              <a:ea typeface="+mn-lt"/>
              <a:cs typeface="+mn-lt"/>
            </a:endParaRPr>
          </a:p>
          <a:p>
            <a:pPr marL="342900" indent="-342900">
              <a:buFont typeface="Arial,Sans-Serif" panose="020B0604020202020204" pitchFamily="34" charset="0"/>
              <a:buChar char="•"/>
            </a:pPr>
            <a:endParaRPr lang="en-GB" sz="2000" dirty="0">
              <a:ea typeface="+mn-lt"/>
              <a:cs typeface="+mn-lt"/>
            </a:endParaRPr>
          </a:p>
          <a:p>
            <a:r>
              <a:rPr lang="en-GB" sz="2000">
                <a:ea typeface="+mn-lt"/>
                <a:cs typeface="+mn-lt"/>
              </a:rPr>
              <a:t>A web app where the user selects the industry they want to go into, where they can then choose between</a:t>
            </a:r>
            <a:endParaRPr lang="en-GB">
              <a:ea typeface="+mn-lt"/>
              <a:cs typeface="+mn-lt"/>
            </a:endParaRPr>
          </a:p>
          <a:p>
            <a:r>
              <a:rPr lang="en-GB" sz="2000">
                <a:ea typeface="+mn-lt"/>
                <a:cs typeface="+mn-lt"/>
              </a:rPr>
              <a:t>uploading their own CV or use one of the presets available. The AI will begin to shame the user by</a:t>
            </a:r>
            <a:endParaRPr lang="en-GB">
              <a:ea typeface="+mn-lt"/>
              <a:cs typeface="+mn-lt"/>
            </a:endParaRPr>
          </a:p>
          <a:p>
            <a:r>
              <a:rPr lang="en-GB" sz="2000" dirty="0">
                <a:ea typeface="+mn-lt"/>
                <a:cs typeface="+mn-lt"/>
              </a:rPr>
              <a:t> </a:t>
            </a:r>
            <a:r>
              <a:rPr lang="en-GB" sz="2000">
                <a:ea typeface="+mn-lt"/>
                <a:cs typeface="+mn-lt"/>
              </a:rPr>
              <a:t>roasting the flaws within the CV. Which will be voiced by an AI, to apply the MOST damage to the user’s</a:t>
            </a:r>
            <a:endParaRPr lang="en-GB">
              <a:ea typeface="+mn-lt"/>
              <a:cs typeface="+mn-lt"/>
            </a:endParaRPr>
          </a:p>
          <a:p>
            <a:r>
              <a:rPr lang="en-GB" sz="2000" dirty="0">
                <a:ea typeface="+mn-lt"/>
                <a:cs typeface="+mn-lt"/>
              </a:rPr>
              <a:t> mental health. Though it’s not all bad, as afterwards the AI will provide constructive feedback CV</a:t>
            </a:r>
            <a:endParaRPr lang="en-GB" dirty="0">
              <a:ea typeface="+mn-lt"/>
              <a:cs typeface="+mn-lt"/>
            </a:endParaRPr>
          </a:p>
          <a:p>
            <a:r>
              <a:rPr lang="en-GB" sz="2000" dirty="0">
                <a:ea typeface="+mn-lt"/>
                <a:cs typeface="+mn-lt"/>
              </a:rPr>
              <a:t> and grade them out of 100.</a:t>
            </a:r>
            <a:endParaRPr lang="en-GB"/>
          </a:p>
          <a:p>
            <a:pPr marL="342900" indent="-342900">
              <a:buChar char="•"/>
            </a:pPr>
            <a:endParaRPr lang="en-GB" sz="2000" dirty="0">
              <a:ea typeface="+mn-lt"/>
              <a:cs typeface="+mn-lt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791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7F8EC-1298-8B44-B071-638E7A7E3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ea typeface="+mj-lt"/>
                <a:cs typeface="+mj-lt"/>
              </a:rPr>
              <a:t>Our solution – AI GMI</a:t>
            </a:r>
            <a:endParaRPr lang="en-US"/>
          </a:p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10859-3C30-E657-D243-2C9EA60E0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What does our project solve?</a:t>
            </a:r>
            <a:endParaRPr lang="en-US" sz="2000"/>
          </a:p>
          <a:p>
            <a:r>
              <a:rPr lang="en-GB" sz="2000">
                <a:ea typeface="+mn-lt"/>
                <a:cs typeface="+mn-lt"/>
              </a:rPr>
              <a:t>     Our project helps solve the user’s worry by giving them advice (after making fun of them :D)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     which reduces their feeling of being lost and unable to trust their CV to get into their chosen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     industry. </a:t>
            </a:r>
            <a:endParaRPr lang="en-GB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Why did we make it?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     To help current or leaving university students increase their chances of getting hired </a:t>
            </a:r>
            <a:endParaRPr lang="en-GB" sz="2000"/>
          </a:p>
          <a:p>
            <a:r>
              <a:rPr lang="en-GB" sz="2000" dirty="0">
                <a:ea typeface="+mn-lt"/>
                <a:cs typeface="+mn-lt"/>
              </a:rPr>
              <a:t>      into a workplace that’s a part of their industry!</a:t>
            </a:r>
            <a:endParaRPr lang="en-GB" sz="20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1059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9D5CA-A484-DF1A-E776-3A4E56C0D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ea typeface="+mj-lt"/>
                <a:cs typeface="+mj-lt"/>
              </a:rPr>
              <a:t>Demo</a:t>
            </a:r>
            <a:endParaRPr lang="en-US"/>
          </a:p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18B54-42FA-9FC6-5C51-787DA9C33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>
                <a:ea typeface="+mn-lt"/>
                <a:cs typeface="+mn-lt"/>
              </a:rPr>
              <a:t>Qr</a:t>
            </a:r>
            <a:r>
              <a:rPr lang="en-GB" dirty="0">
                <a:ea typeface="+mn-lt"/>
                <a:cs typeface="+mn-lt"/>
              </a:rPr>
              <a:t> code goes here or sum 😛</a:t>
            </a:r>
            <a:endParaRPr lang="en-US" dirty="0"/>
          </a:p>
          <a:p>
            <a:endParaRPr lang="en-GB" dirty="0"/>
          </a:p>
        </p:txBody>
      </p:sp>
      <p:pic>
        <p:nvPicPr>
          <p:cNvPr id="5" name="Picture 4" descr="A qr code with a car and a piece of paper&#10;&#10;AI-generated content may be incorrect.">
            <a:extLst>
              <a:ext uri="{FF2B5EF4-FFF2-40B4-BE49-F238E27FC236}">
                <a16:creationId xmlns:a16="http://schemas.microsoft.com/office/drawing/2014/main" id="{1E4A2EC9-100C-3E82-0A23-EE1AAACC0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113" y="309113"/>
            <a:ext cx="6232585" cy="623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50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72A6C-7208-F515-D86D-53328207C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ea typeface="+mj-lt"/>
                <a:cs typeface="+mj-lt"/>
              </a:rPr>
              <a:t>Tech Stack</a:t>
            </a:r>
            <a:endParaRPr lang="en-US"/>
          </a:p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27BF2-ED3C-256A-746F-7F4E63614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Frontend: React + Vite 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Backend: </a:t>
            </a:r>
            <a:r>
              <a:rPr lang="en-GB" sz="2000" dirty="0" err="1">
                <a:ea typeface="+mn-lt"/>
                <a:cs typeface="+mn-lt"/>
              </a:rPr>
              <a:t>FastAPI</a:t>
            </a:r>
            <a:r>
              <a:rPr lang="en-GB" sz="2000" dirty="0">
                <a:ea typeface="+mn-lt"/>
                <a:cs typeface="+mn-lt"/>
              </a:rPr>
              <a:t> + </a:t>
            </a:r>
            <a:r>
              <a:rPr lang="en-GB" sz="2000" dirty="0" err="1">
                <a:ea typeface="+mn-lt"/>
                <a:cs typeface="+mn-lt"/>
              </a:rPr>
              <a:t>uvicorn</a:t>
            </a:r>
            <a:endParaRPr lang="en-GB" sz="2000" dirty="0" err="1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Grading and Roasting agent: Gemini 2.5 Flash</a:t>
            </a:r>
          </a:p>
          <a:p>
            <a:pPr marL="285750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Voice: </a:t>
            </a:r>
            <a:r>
              <a:rPr lang="en-GB" sz="2000" dirty="0" err="1">
                <a:ea typeface="+mn-lt"/>
                <a:cs typeface="+mn-lt"/>
              </a:rPr>
              <a:t>ElevenLabs</a:t>
            </a:r>
            <a:r>
              <a:rPr lang="en-GB" sz="2000" dirty="0">
                <a:ea typeface="+mn-lt"/>
                <a:cs typeface="+mn-lt"/>
              </a:rPr>
              <a:t> API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Hosting: </a:t>
            </a:r>
            <a:r>
              <a:rPr lang="en-GB" sz="2000" dirty="0" err="1">
                <a:ea typeface="+mn-lt"/>
                <a:cs typeface="+mn-lt"/>
              </a:rPr>
              <a:t>Vultr</a:t>
            </a:r>
            <a:r>
              <a:rPr lang="en-GB" sz="2000" dirty="0">
                <a:ea typeface="+mn-lt"/>
                <a:cs typeface="+mn-lt"/>
              </a:rPr>
              <a:t> Cloud Compute 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Dev tooling: Claude Code</a:t>
            </a:r>
            <a:endParaRPr lang="en-GB" sz="200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377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43FAB-1892-589C-D2D0-BFAA1B229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ea typeface="+mj-lt"/>
                <a:cs typeface="+mj-lt"/>
              </a:rPr>
              <a:t>More about our project</a:t>
            </a:r>
            <a:endParaRPr lang="en-US"/>
          </a:p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B4295-8E5A-8B7B-9FFD-0C37ED674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58571"/>
            <a:ext cx="11277599" cy="533115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Char char="•"/>
            </a:pPr>
            <a:endParaRPr lang="en-GB" sz="2000" dirty="0">
              <a:ea typeface="+mn-lt"/>
              <a:cs typeface="+mn-lt"/>
            </a:endParaRPr>
          </a:p>
          <a:p>
            <a:pPr marL="342900" indent="-342900">
              <a:buChar char="•"/>
            </a:pPr>
            <a:r>
              <a:rPr lang="en-GB" sz="2000" dirty="0">
                <a:ea typeface="+mn-lt"/>
                <a:cs typeface="+mn-lt"/>
              </a:rPr>
              <a:t>Grading/Flaming/Advising</a:t>
            </a:r>
            <a:endParaRPr lang="en-US" sz="2000" dirty="0">
              <a:ea typeface="+mn-lt"/>
              <a:cs typeface="+mn-lt"/>
            </a:endParaRPr>
          </a:p>
          <a:p>
            <a:r>
              <a:rPr lang="en-GB" sz="2000" dirty="0">
                <a:ea typeface="+mn-lt"/>
                <a:cs typeface="+mn-lt"/>
              </a:rPr>
              <a:t>   Our project grades the cv uploaded on scale from 1 to 100 using Gemini 2.5 Flash.</a:t>
            </a:r>
          </a:p>
          <a:p>
            <a:r>
              <a:rPr lang="en-GB" sz="2000" dirty="0">
                <a:ea typeface="+mn-lt"/>
                <a:cs typeface="+mn-lt"/>
              </a:rPr>
              <a:t>    It also then roasts the user but then also provides constructive feedback.</a:t>
            </a:r>
          </a:p>
          <a:p>
            <a:r>
              <a:rPr lang="en-GB" sz="2000" dirty="0">
                <a:ea typeface="+mn-lt"/>
                <a:cs typeface="+mn-lt"/>
              </a:rPr>
              <a:t>    It takes into account the Industry they selected on the first page to give them specific, tailored advice. </a:t>
            </a:r>
          </a:p>
          <a:p>
            <a:endParaRPr lang="en-GB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Voice</a:t>
            </a:r>
          </a:p>
          <a:p>
            <a:r>
              <a:rPr lang="en-GB" sz="2000" dirty="0">
                <a:ea typeface="+mn-lt"/>
                <a:cs typeface="+mn-lt"/>
              </a:rPr>
              <a:t>     We also feed Gemini’s output to </a:t>
            </a:r>
            <a:r>
              <a:rPr lang="en-GB" sz="2000" dirty="0" err="1">
                <a:ea typeface="+mn-lt"/>
                <a:cs typeface="+mn-lt"/>
              </a:rPr>
              <a:t>ElevenLabs</a:t>
            </a:r>
            <a:r>
              <a:rPr lang="en-GB" sz="2000" dirty="0">
                <a:ea typeface="+mn-lt"/>
                <a:cs typeface="+mn-lt"/>
              </a:rPr>
              <a:t> TTS to allow for a better quality of life for the user, and to </a:t>
            </a:r>
          </a:p>
          <a:p>
            <a:r>
              <a:rPr lang="en-GB" sz="2000" dirty="0">
                <a:ea typeface="+mn-lt"/>
                <a:cs typeface="+mn-lt"/>
              </a:rPr>
              <a:t>      provide accessibility options for the user. And to maximise mental health damage</a:t>
            </a:r>
            <a:r>
              <a:rPr lang="en-US" sz="2000" dirty="0"/>
              <a:t>.</a:t>
            </a:r>
            <a:endParaRPr lang="en-GB" sz="2000" dirty="0">
              <a:ea typeface="+mn-lt"/>
              <a:cs typeface="+mn-lt"/>
            </a:endParaRPr>
          </a:p>
          <a:p>
            <a:endParaRPr lang="en-GB" sz="2000" dirty="0">
              <a:ea typeface="+mn-lt"/>
              <a:cs typeface="+mn-lt"/>
            </a:endParaRPr>
          </a:p>
          <a:p>
            <a:endParaRPr lang="en-GB" sz="2000" dirty="0">
              <a:ea typeface="+mn-lt"/>
              <a:cs typeface="+mn-lt"/>
            </a:endParaRPr>
          </a:p>
          <a:p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643161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FA047-B59F-9CF7-19A1-B49853D9F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ea typeface="+mj-lt"/>
                <a:cs typeface="+mj-lt"/>
              </a:rPr>
              <a:t>More about our project</a:t>
            </a:r>
            <a:endParaRPr lang="en-US"/>
          </a:p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3E66F-83A0-F22A-FF05-4D905216E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6346"/>
            <a:ext cx="11277599" cy="453907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GB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2000" dirty="0" err="1">
                <a:ea typeface="+mn-lt"/>
                <a:cs typeface="+mn-lt"/>
              </a:rPr>
              <a:t>Vultr</a:t>
            </a:r>
            <a:endParaRPr lang="en-GB" sz="2000" dirty="0"/>
          </a:p>
          <a:p>
            <a:r>
              <a:rPr lang="en-GB" sz="2000" dirty="0">
                <a:ea typeface="+mn-lt"/>
                <a:cs typeface="+mn-lt"/>
              </a:rPr>
              <a:t>    We used </a:t>
            </a:r>
            <a:r>
              <a:rPr lang="en-GB" sz="2000" dirty="0" err="1">
                <a:ea typeface="+mn-lt"/>
                <a:cs typeface="+mn-lt"/>
              </a:rPr>
              <a:t>Vultr</a:t>
            </a:r>
            <a:r>
              <a:rPr lang="en-GB" sz="2000" dirty="0">
                <a:ea typeface="+mn-lt"/>
                <a:cs typeface="+mn-lt"/>
              </a:rPr>
              <a:t> to handle the server </a:t>
            </a:r>
            <a:r>
              <a:rPr lang="en-GB" sz="2000">
                <a:ea typeface="+mn-lt"/>
                <a:cs typeface="+mn-lt"/>
              </a:rPr>
              <a:t>hosting to deploy </a:t>
            </a:r>
            <a:r>
              <a:rPr lang="en-GB" sz="2000" dirty="0">
                <a:ea typeface="+mn-lt"/>
                <a:cs typeface="+mn-lt"/>
              </a:rPr>
              <a:t>the live demo </a:t>
            </a:r>
          </a:p>
          <a:p>
            <a:endParaRPr lang="en-GB" sz="2000" dirty="0">
              <a:ea typeface="+mn-lt"/>
              <a:cs typeface="+mn-lt"/>
            </a:endParaRPr>
          </a:p>
          <a:p>
            <a:endParaRPr lang="en-GB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DARK MODE! (just for bailey)</a:t>
            </a:r>
            <a:endParaRPr lang="en-GB" sz="2000" dirty="0"/>
          </a:p>
          <a:p>
            <a:r>
              <a:rPr lang="en-GB" sz="2000" dirty="0">
                <a:ea typeface="+mn-lt"/>
                <a:cs typeface="+mn-lt"/>
              </a:rPr>
              <a:t>    This improves the user’s experience as it helps reduce blue light production and eye strain or just</a:t>
            </a:r>
          </a:p>
          <a:p>
            <a:r>
              <a:rPr lang="en-GB" sz="2000" dirty="0">
                <a:ea typeface="+mn-lt"/>
                <a:cs typeface="+mn-lt"/>
              </a:rPr>
              <a:t>    simply for preference. </a:t>
            </a:r>
            <a:endParaRPr lang="en-GB" sz="2000" dirty="0"/>
          </a:p>
          <a:p>
            <a:endParaRPr lang="en-GB" sz="20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37877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F6DC-9BAA-F35E-EA4E-9E698C2BD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89" y="2039194"/>
            <a:ext cx="6705599" cy="914400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ea typeface="+mj-lt"/>
                <a:cs typeface="+mj-lt"/>
              </a:rPr>
              <a:t>AI GMI </a:t>
            </a:r>
            <a:br>
              <a:rPr lang="en-GB" b="1" dirty="0">
                <a:ea typeface="+mj-lt"/>
                <a:cs typeface="+mj-lt"/>
              </a:rPr>
            </a:br>
            <a:r>
              <a:rPr lang="en-GB" b="1" dirty="0">
                <a:ea typeface="+mj-lt"/>
                <a:cs typeface="+mj-lt"/>
              </a:rPr>
              <a:t>(Are we </a:t>
            </a:r>
            <a:r>
              <a:rPr lang="en-GB" b="1" dirty="0" err="1">
                <a:ea typeface="+mj-lt"/>
                <a:cs typeface="+mj-lt"/>
              </a:rPr>
              <a:t>Gonna</a:t>
            </a:r>
            <a:r>
              <a:rPr lang="en-GB" b="1" dirty="0">
                <a:ea typeface="+mj-lt"/>
                <a:cs typeface="+mj-lt"/>
              </a:rPr>
              <a:t> Make It???)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6C4DE-AD3F-4E32-D7FE-E3A7A66B2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963" y="3430846"/>
            <a:ext cx="5763126" cy="22079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GB" sz="3600" b="1">
                <a:latin typeface="Chamberi Super Display"/>
                <a:ea typeface="+mn-lt"/>
                <a:cs typeface="+mn-lt"/>
              </a:rPr>
              <a:t>Thank you very much for listening and testing out our demo!!</a:t>
            </a:r>
            <a:endParaRPr lang="en-US">
              <a:latin typeface="Chamberi Super Display"/>
            </a:endParaRPr>
          </a:p>
          <a:p>
            <a:endParaRPr lang="en-GB" sz="3600" dirty="0">
              <a:latin typeface="Chamberi Super Display"/>
            </a:endParaRPr>
          </a:p>
        </p:txBody>
      </p:sp>
      <p:pic>
        <p:nvPicPr>
          <p:cNvPr id="6" name="Picture 5" descr="A grey object with a white paper on top of it&#10;&#10;AI-generated content may be incorrect.">
            <a:extLst>
              <a:ext uri="{FF2B5EF4-FFF2-40B4-BE49-F238E27FC236}">
                <a16:creationId xmlns:a16="http://schemas.microsoft.com/office/drawing/2014/main" id="{49B65357-C992-3EF6-8F44-374D08593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895" y="1728971"/>
            <a:ext cx="3467313" cy="340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317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ismatic polygons">
  <a:themeElements>
    <a:clrScheme name="Glassmorphism">
      <a:dk1>
        <a:srgbClr val="2A0053"/>
      </a:dk1>
      <a:lt1>
        <a:srgbClr val="FFFFFF"/>
      </a:lt1>
      <a:dk2>
        <a:srgbClr val="000000"/>
      </a:dk2>
      <a:lt2>
        <a:srgbClr val="EEEFE7"/>
      </a:lt2>
      <a:accent1>
        <a:srgbClr val="FF8A28"/>
      </a:accent1>
      <a:accent2>
        <a:srgbClr val="F195FF"/>
      </a:accent2>
      <a:accent3>
        <a:srgbClr val="E227FF"/>
      </a:accent3>
      <a:accent4>
        <a:srgbClr val="FF0004"/>
      </a:accent4>
      <a:accent5>
        <a:srgbClr val="1906C5"/>
      </a:accent5>
      <a:accent6>
        <a:srgbClr val="31B564"/>
      </a:accent6>
      <a:hlink>
        <a:srgbClr val="467886"/>
      </a:hlink>
      <a:folHlink>
        <a:srgbClr val="96607D"/>
      </a:folHlink>
    </a:clrScheme>
    <a:fontScheme name="Custom 82">
      <a:majorFont>
        <a:latin typeface="Chamberi Super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assmorphism_win32_SD_V5" id="{E43A2CAE-029B-46E8-8085-D6AC37FEAB72}" vid="{9BD0D0BD-C5D3-42A7-8670-EE25EA2223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515</Words>
  <Application>Microsoft Macintosh PowerPoint</Application>
  <PresentationFormat>Widescreen</PresentationFormat>
  <Paragraphs>61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Light</vt:lpstr>
      <vt:lpstr>Arial</vt:lpstr>
      <vt:lpstr>Arial,Sans-Serif</vt:lpstr>
      <vt:lpstr>Calibri</vt:lpstr>
      <vt:lpstr>Chamberi Super Display</vt:lpstr>
      <vt:lpstr>Prismatic polygons</vt:lpstr>
      <vt:lpstr>Hackathon</vt:lpstr>
      <vt:lpstr>Context / The Problem</vt:lpstr>
      <vt:lpstr>Our solution – AI GMI </vt:lpstr>
      <vt:lpstr>Our solution – AI GMI </vt:lpstr>
      <vt:lpstr>Demo </vt:lpstr>
      <vt:lpstr>Tech Stack </vt:lpstr>
      <vt:lpstr>More about our project </vt:lpstr>
      <vt:lpstr>More about our project </vt:lpstr>
      <vt:lpstr>AI GMI  (Are we Gonna Make It???)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</dc:title>
  <dc:creator/>
  <cp:lastModifiedBy>Michael Altea</cp:lastModifiedBy>
  <cp:revision>309</cp:revision>
  <dcterms:created xsi:type="dcterms:W3CDTF">2026-05-10T07:25:58Z</dcterms:created>
  <dcterms:modified xsi:type="dcterms:W3CDTF">2026-05-10T10:13:36Z</dcterms:modified>
</cp:coreProperties>
</file>
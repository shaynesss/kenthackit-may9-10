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79" r:id="rId1"/>
  </p:sldMasterIdLst>
  <p:notesMasterIdLst>
    <p:notesMasterId r:id="rId11"/>
  </p:notesMasterIdLst>
  <p:handoutMasterIdLst>
    <p:handoutMasterId r:id="rId12"/>
  </p:handoutMasterIdLst>
  <p:sldIdLst>
    <p:sldId id="260" r:id="rId2"/>
    <p:sldId id="261" r:id="rId3"/>
    <p:sldId id="262" r:id="rId4"/>
    <p:sldId id="263" r:id="rId5"/>
    <p:sldId id="267" r:id="rId6"/>
    <p:sldId id="264" r:id="rId7"/>
    <p:sldId id="265" r:id="rId8"/>
    <p:sldId id="266" r:id="rId9"/>
    <p:sldId id="268"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0C443C-349D-947D-0D92-845940A0ADC0}" v="956" dt="2026-05-10T08:30:40.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645"/>
    <p:restoredTop sz="94668"/>
  </p:normalViewPr>
  <p:slideViewPr>
    <p:cSldViewPr snapToGrid="0" showGuides="1">
      <p:cViewPr varScale="1">
        <p:scale>
          <a:sx n="96" d="100"/>
          <a:sy n="96" d="100"/>
        </p:scale>
        <p:origin x="540" y="276"/>
      </p:cViewPr>
      <p:guideLst>
        <p:guide orient="horz" pos="2160"/>
        <p:guide pos="3840"/>
      </p:guideLst>
    </p:cSldViewPr>
  </p:slideViewPr>
  <p:notesTextViewPr>
    <p:cViewPr>
      <p:scale>
        <a:sx n="1" d="1"/>
        <a:sy n="1" d="1"/>
      </p:scale>
      <p:origin x="0" y="0"/>
    </p:cViewPr>
  </p:notesTextViewPr>
  <p:sorterViewPr>
    <p:cViewPr>
      <p:scale>
        <a:sx n="120" d="100"/>
        <a:sy n="120" d="100"/>
      </p:scale>
      <p:origin x="0" y="0"/>
    </p:cViewPr>
  </p:sorterViewPr>
  <p:notesViewPr>
    <p:cSldViewPr snapToGrid="0" showGuide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yne Yong" userId="S::sy284@kent.ac.uk::e3322dfb-8616-49c3-a67b-502df9ca7e2b" providerId="AD" clId="Web-{D40C443C-349D-947D-0D92-845940A0ADC0}"/>
    <pc:docChg chg="addSld modSld sldOrd modMainMaster">
      <pc:chgData name="Shayne Yong" userId="S::sy284@kent.ac.uk::e3322dfb-8616-49c3-a67b-502df9ca7e2b" providerId="AD" clId="Web-{D40C443C-349D-947D-0D92-845940A0ADC0}" dt="2026-05-10T08:30:40.493" v="953"/>
      <pc:docMkLst>
        <pc:docMk/>
      </pc:docMkLst>
      <pc:sldChg chg="addSp modSp modTransition modNotes">
        <pc:chgData name="Shayne Yong" userId="S::sy284@kent.ac.uk::e3322dfb-8616-49c3-a67b-502df9ca7e2b" providerId="AD" clId="Web-{D40C443C-349D-947D-0D92-845940A0ADC0}" dt="2026-05-10T08:30:40.493" v="953"/>
        <pc:sldMkLst>
          <pc:docMk/>
          <pc:sldMk cId="2329614230" sldId="260"/>
        </pc:sldMkLst>
        <pc:spChg chg="mod">
          <ac:chgData name="Shayne Yong" userId="S::sy284@kent.ac.uk::e3322dfb-8616-49c3-a67b-502df9ca7e2b" providerId="AD" clId="Web-{D40C443C-349D-947D-0D92-845940A0ADC0}" dt="2026-05-10T07:28:43.671" v="37" actId="20577"/>
          <ac:spMkLst>
            <pc:docMk/>
            <pc:sldMk cId="2329614230" sldId="260"/>
            <ac:spMk id="3" creationId="{F01FB9CD-CBF7-C634-8B2F-5E2490FDF9F0}"/>
          </ac:spMkLst>
        </pc:spChg>
        <pc:spChg chg="mod">
          <ac:chgData name="Shayne Yong" userId="S::sy284@kent.ac.uk::e3322dfb-8616-49c3-a67b-502df9ca7e2b" providerId="AD" clId="Web-{D40C443C-349D-947D-0D92-845940A0ADC0}" dt="2026-05-10T07:29:04.046" v="56" actId="20577"/>
          <ac:spMkLst>
            <pc:docMk/>
            <pc:sldMk cId="2329614230" sldId="260"/>
            <ac:spMk id="4" creationId="{D8319D33-1EDC-2FD6-1393-613ECEB01295}"/>
          </ac:spMkLst>
        </pc:spChg>
        <pc:picChg chg="add mod">
          <ac:chgData name="Shayne Yong" userId="S::sy284@kent.ac.uk::e3322dfb-8616-49c3-a67b-502df9ca7e2b" providerId="AD" clId="Web-{D40C443C-349D-947D-0D92-845940A0ADC0}" dt="2026-05-10T07:28:29.655" v="32" actId="1076"/>
          <ac:picMkLst>
            <pc:docMk/>
            <pc:sldMk cId="2329614230" sldId="260"/>
            <ac:picMk id="2" creationId="{8E388163-DECC-3244-0D03-A128CFD414D4}"/>
          </ac:picMkLst>
        </pc:picChg>
      </pc:sldChg>
      <pc:sldChg chg="modSp new modTransition">
        <pc:chgData name="Shayne Yong" userId="S::sy284@kent.ac.uk::e3322dfb-8616-49c3-a67b-502df9ca7e2b" providerId="AD" clId="Web-{D40C443C-349D-947D-0D92-845940A0ADC0}" dt="2026-05-10T08:30:40.493" v="953"/>
        <pc:sldMkLst>
          <pc:docMk/>
          <pc:sldMk cId="2731296997" sldId="261"/>
        </pc:sldMkLst>
        <pc:spChg chg="mod">
          <ac:chgData name="Shayne Yong" userId="S::sy284@kent.ac.uk::e3322dfb-8616-49c3-a67b-502df9ca7e2b" providerId="AD" clId="Web-{D40C443C-349D-947D-0D92-845940A0ADC0}" dt="2026-05-10T07:31:08.829" v="80" actId="20577"/>
          <ac:spMkLst>
            <pc:docMk/>
            <pc:sldMk cId="2731296997" sldId="261"/>
            <ac:spMk id="2" creationId="{37EDB325-3AFA-923C-A2E0-270F58A3A857}"/>
          </ac:spMkLst>
        </pc:spChg>
        <pc:spChg chg="mod">
          <ac:chgData name="Shayne Yong" userId="S::sy284@kent.ac.uk::e3322dfb-8616-49c3-a67b-502df9ca7e2b" providerId="AD" clId="Web-{D40C443C-349D-947D-0D92-845940A0ADC0}" dt="2026-05-10T08:18:59.212" v="874" actId="20577"/>
          <ac:spMkLst>
            <pc:docMk/>
            <pc:sldMk cId="2731296997" sldId="261"/>
            <ac:spMk id="3" creationId="{EFED8397-F2F8-98ED-603B-9EF503481EDF}"/>
          </ac:spMkLst>
        </pc:spChg>
      </pc:sldChg>
      <pc:sldChg chg="modSp new modTransition">
        <pc:chgData name="Shayne Yong" userId="S::sy284@kent.ac.uk::e3322dfb-8616-49c3-a67b-502df9ca7e2b" providerId="AD" clId="Web-{D40C443C-349D-947D-0D92-845940A0ADC0}" dt="2026-05-10T08:30:40.493" v="953"/>
        <pc:sldMkLst>
          <pc:docMk/>
          <pc:sldMk cId="2197914076" sldId="262"/>
        </pc:sldMkLst>
        <pc:spChg chg="mod">
          <ac:chgData name="Shayne Yong" userId="S::sy284@kent.ac.uk::e3322dfb-8616-49c3-a67b-502df9ca7e2b" providerId="AD" clId="Web-{D40C443C-349D-947D-0D92-845940A0ADC0}" dt="2026-05-10T07:30:59.922" v="79" actId="20577"/>
          <ac:spMkLst>
            <pc:docMk/>
            <pc:sldMk cId="2197914076" sldId="262"/>
            <ac:spMk id="2" creationId="{F4BDD3FC-0B25-4D3F-CFCF-1BFDAE2A761D}"/>
          </ac:spMkLst>
        </pc:spChg>
        <pc:spChg chg="mod">
          <ac:chgData name="Shayne Yong" userId="S::sy284@kent.ac.uk::e3322dfb-8616-49c3-a67b-502df9ca7e2b" providerId="AD" clId="Web-{D40C443C-349D-947D-0D92-845940A0ADC0}" dt="2026-05-10T08:22:20.933" v="925" actId="20577"/>
          <ac:spMkLst>
            <pc:docMk/>
            <pc:sldMk cId="2197914076" sldId="262"/>
            <ac:spMk id="3" creationId="{36E90AF9-1D8F-98A2-C3AC-CD2725EA907B}"/>
          </ac:spMkLst>
        </pc:spChg>
      </pc:sldChg>
      <pc:sldChg chg="modSp new modTransition">
        <pc:chgData name="Shayne Yong" userId="S::sy284@kent.ac.uk::e3322dfb-8616-49c3-a67b-502df9ca7e2b" providerId="AD" clId="Web-{D40C443C-349D-947D-0D92-845940A0ADC0}" dt="2026-05-10T08:30:40.493" v="953"/>
        <pc:sldMkLst>
          <pc:docMk/>
          <pc:sldMk cId="1831059521" sldId="263"/>
        </pc:sldMkLst>
        <pc:spChg chg="mod">
          <ac:chgData name="Shayne Yong" userId="S::sy284@kent.ac.uk::e3322dfb-8616-49c3-a67b-502df9ca7e2b" providerId="AD" clId="Web-{D40C443C-349D-947D-0D92-845940A0ADC0}" dt="2026-05-10T07:32:51.896" v="115" actId="20577"/>
          <ac:spMkLst>
            <pc:docMk/>
            <pc:sldMk cId="1831059521" sldId="263"/>
            <ac:spMk id="2" creationId="{BE47F8EC-1298-8B44-B071-638E7A7E3C80}"/>
          </ac:spMkLst>
        </pc:spChg>
        <pc:spChg chg="mod">
          <ac:chgData name="Shayne Yong" userId="S::sy284@kent.ac.uk::e3322dfb-8616-49c3-a67b-502df9ca7e2b" providerId="AD" clId="Web-{D40C443C-349D-947D-0D92-845940A0ADC0}" dt="2026-05-10T07:33:10.273" v="117" actId="20577"/>
          <ac:spMkLst>
            <pc:docMk/>
            <pc:sldMk cId="1831059521" sldId="263"/>
            <ac:spMk id="3" creationId="{43810859-3C30-E657-D243-2C9EA60E0891}"/>
          </ac:spMkLst>
        </pc:spChg>
      </pc:sldChg>
      <pc:sldChg chg="modSp new ord modTransition">
        <pc:chgData name="Shayne Yong" userId="S::sy284@kent.ac.uk::e3322dfb-8616-49c3-a67b-502df9ca7e2b" providerId="AD" clId="Web-{D40C443C-349D-947D-0D92-845940A0ADC0}" dt="2026-05-10T08:30:40.493" v="953"/>
        <pc:sldMkLst>
          <pc:docMk/>
          <pc:sldMk cId="3243775308" sldId="264"/>
        </pc:sldMkLst>
        <pc:spChg chg="mod">
          <ac:chgData name="Shayne Yong" userId="S::sy284@kent.ac.uk::e3322dfb-8616-49c3-a67b-502df9ca7e2b" providerId="AD" clId="Web-{D40C443C-349D-947D-0D92-845940A0ADC0}" dt="2026-05-10T07:33:38.040" v="118" actId="20577"/>
          <ac:spMkLst>
            <pc:docMk/>
            <pc:sldMk cId="3243775308" sldId="264"/>
            <ac:spMk id="2" creationId="{C4772A6C-7208-F515-D86D-53328207C27B}"/>
          </ac:spMkLst>
        </pc:spChg>
        <pc:spChg chg="mod">
          <ac:chgData name="Shayne Yong" userId="S::sy284@kent.ac.uk::e3322dfb-8616-49c3-a67b-502df9ca7e2b" providerId="AD" clId="Web-{D40C443C-349D-947D-0D92-845940A0ADC0}" dt="2026-05-10T08:05:09.614" v="720" actId="20577"/>
          <ac:spMkLst>
            <pc:docMk/>
            <pc:sldMk cId="3243775308" sldId="264"/>
            <ac:spMk id="3" creationId="{CD827BF2-ED3C-256A-746F-7F4E63614EB4}"/>
          </ac:spMkLst>
        </pc:spChg>
      </pc:sldChg>
      <pc:sldChg chg="modSp new modTransition modNotes">
        <pc:chgData name="Shayne Yong" userId="S::sy284@kent.ac.uk::e3322dfb-8616-49c3-a67b-502df9ca7e2b" providerId="AD" clId="Web-{D40C443C-349D-947D-0D92-845940A0ADC0}" dt="2026-05-10T08:30:40.493" v="953"/>
        <pc:sldMkLst>
          <pc:docMk/>
          <pc:sldMk cId="643161187" sldId="265"/>
        </pc:sldMkLst>
        <pc:spChg chg="mod">
          <ac:chgData name="Shayne Yong" userId="S::sy284@kent.ac.uk::e3322dfb-8616-49c3-a67b-502df9ca7e2b" providerId="AD" clId="Web-{D40C443C-349D-947D-0D92-845940A0ADC0}" dt="2026-05-10T07:34:25.762" v="126" actId="20577"/>
          <ac:spMkLst>
            <pc:docMk/>
            <pc:sldMk cId="643161187" sldId="265"/>
            <ac:spMk id="2" creationId="{AD243FAB-1892-589C-D2D0-BFAA1B229F3C}"/>
          </ac:spMkLst>
        </pc:spChg>
        <pc:spChg chg="mod">
          <ac:chgData name="Shayne Yong" userId="S::sy284@kent.ac.uk::e3322dfb-8616-49c3-a67b-502df9ca7e2b" providerId="AD" clId="Web-{D40C443C-349D-947D-0D92-845940A0ADC0}" dt="2026-05-10T08:15:46.099" v="859" actId="20577"/>
          <ac:spMkLst>
            <pc:docMk/>
            <pc:sldMk cId="643161187" sldId="265"/>
            <ac:spMk id="3" creationId="{CC6B4295-8E5A-8B7B-9FFD-0C37ED674364}"/>
          </ac:spMkLst>
        </pc:spChg>
      </pc:sldChg>
      <pc:sldChg chg="addSp delSp modSp new modTransition">
        <pc:chgData name="Shayne Yong" userId="S::sy284@kent.ac.uk::e3322dfb-8616-49c3-a67b-502df9ca7e2b" providerId="AD" clId="Web-{D40C443C-349D-947D-0D92-845940A0ADC0}" dt="2026-05-10T08:30:40.493" v="953"/>
        <pc:sldMkLst>
          <pc:docMk/>
          <pc:sldMk cId="3137877726" sldId="266"/>
        </pc:sldMkLst>
        <pc:spChg chg="mod">
          <ac:chgData name="Shayne Yong" userId="S::sy284@kent.ac.uk::e3322dfb-8616-49c3-a67b-502df9ca7e2b" providerId="AD" clId="Web-{D40C443C-349D-947D-0D92-845940A0ADC0}" dt="2026-05-10T07:44:18.408" v="464" actId="20577"/>
          <ac:spMkLst>
            <pc:docMk/>
            <pc:sldMk cId="3137877726" sldId="266"/>
            <ac:spMk id="2" creationId="{280FA047-B59F-9CF7-19A1-B49853D9F3D1}"/>
          </ac:spMkLst>
        </pc:spChg>
        <pc:spChg chg="mod">
          <ac:chgData name="Shayne Yong" userId="S::sy284@kent.ac.uk::e3322dfb-8616-49c3-a67b-502df9ca7e2b" providerId="AD" clId="Web-{D40C443C-349D-947D-0D92-845940A0ADC0}" dt="2026-05-10T08:14:46.301" v="843" actId="20577"/>
          <ac:spMkLst>
            <pc:docMk/>
            <pc:sldMk cId="3137877726" sldId="266"/>
            <ac:spMk id="3" creationId="{5413E66F-83A0-F22A-FF05-4D905216E6B9}"/>
          </ac:spMkLst>
        </pc:spChg>
        <pc:picChg chg="add del">
          <ac:chgData name="Shayne Yong" userId="S::sy284@kent.ac.uk::e3322dfb-8616-49c3-a67b-502df9ca7e2b" providerId="AD" clId="Web-{D40C443C-349D-947D-0D92-845940A0ADC0}" dt="2026-05-10T07:53:06.406" v="591"/>
          <ac:picMkLst>
            <pc:docMk/>
            <pc:sldMk cId="3137877726" sldId="266"/>
            <ac:picMk id="5" creationId="{33D990B5-B45D-2FCF-886E-5B5E5707AC6B}"/>
          </ac:picMkLst>
        </pc:picChg>
      </pc:sldChg>
      <pc:sldChg chg="addSp modSp new ord modTransition addAnim modAnim">
        <pc:chgData name="Shayne Yong" userId="S::sy284@kent.ac.uk::e3322dfb-8616-49c3-a67b-502df9ca7e2b" providerId="AD" clId="Web-{D40C443C-349D-947D-0D92-845940A0ADC0}" dt="2026-05-10T08:30:40.493" v="953"/>
        <pc:sldMkLst>
          <pc:docMk/>
          <pc:sldMk cId="2072150252" sldId="267"/>
        </pc:sldMkLst>
        <pc:spChg chg="mod">
          <ac:chgData name="Shayne Yong" userId="S::sy284@kent.ac.uk::e3322dfb-8616-49c3-a67b-502df9ca7e2b" providerId="AD" clId="Web-{D40C443C-349D-947D-0D92-845940A0ADC0}" dt="2026-05-10T07:46:36.287" v="499" actId="20577"/>
          <ac:spMkLst>
            <pc:docMk/>
            <pc:sldMk cId="2072150252" sldId="267"/>
            <ac:spMk id="2" creationId="{F819D5CA-A484-DF1A-E776-3A4E56C0D722}"/>
          </ac:spMkLst>
        </pc:spChg>
        <pc:spChg chg="mod">
          <ac:chgData name="Shayne Yong" userId="S::sy284@kent.ac.uk::e3322dfb-8616-49c3-a67b-502df9ca7e2b" providerId="AD" clId="Web-{D40C443C-349D-947D-0D92-845940A0ADC0}" dt="2026-05-10T07:47:01.975" v="505" actId="20577"/>
          <ac:spMkLst>
            <pc:docMk/>
            <pc:sldMk cId="2072150252" sldId="267"/>
            <ac:spMk id="3" creationId="{81C18B54-42FA-9FC6-5C51-787DA9C338B7}"/>
          </ac:spMkLst>
        </pc:spChg>
        <pc:picChg chg="add mod">
          <ac:chgData name="Shayne Yong" userId="S::sy284@kent.ac.uk::e3322dfb-8616-49c3-a67b-502df9ca7e2b" providerId="AD" clId="Web-{D40C443C-349D-947D-0D92-845940A0ADC0}" dt="2026-05-10T07:46:57.943" v="504" actId="1076"/>
          <ac:picMkLst>
            <pc:docMk/>
            <pc:sldMk cId="2072150252" sldId="267"/>
            <ac:picMk id="4" creationId="{D87AE8FE-4DE3-B859-C267-E76DD6414A6F}"/>
          </ac:picMkLst>
        </pc:picChg>
      </pc:sldChg>
      <pc:sldChg chg="addSp delSp modSp new modTransition">
        <pc:chgData name="Shayne Yong" userId="S::sy284@kent.ac.uk::e3322dfb-8616-49c3-a67b-502df9ca7e2b" providerId="AD" clId="Web-{D40C443C-349D-947D-0D92-845940A0ADC0}" dt="2026-05-10T08:30:40.493" v="953"/>
        <pc:sldMkLst>
          <pc:docMk/>
          <pc:sldMk cId="2424317587" sldId="268"/>
        </pc:sldMkLst>
        <pc:spChg chg="mod">
          <ac:chgData name="Shayne Yong" userId="S::sy284@kent.ac.uk::e3322dfb-8616-49c3-a67b-502df9ca7e2b" providerId="AD" clId="Web-{D40C443C-349D-947D-0D92-845940A0ADC0}" dt="2026-05-10T07:49:57.702" v="528" actId="1076"/>
          <ac:spMkLst>
            <pc:docMk/>
            <pc:sldMk cId="2424317587" sldId="268"/>
            <ac:spMk id="2" creationId="{5141F6DC-9BAA-F35E-EA4E-9E698C2BD89A}"/>
          </ac:spMkLst>
        </pc:spChg>
        <pc:spChg chg="mod">
          <ac:chgData name="Shayne Yong" userId="S::sy284@kent.ac.uk::e3322dfb-8616-49c3-a67b-502df9ca7e2b" providerId="AD" clId="Web-{D40C443C-349D-947D-0D92-845940A0ADC0}" dt="2026-05-10T07:49:53.154" v="527" actId="20577"/>
          <ac:spMkLst>
            <pc:docMk/>
            <pc:sldMk cId="2424317587" sldId="268"/>
            <ac:spMk id="3" creationId="{B366C4DE-AD3F-4E32-D7FE-E3A7A66B2F8B}"/>
          </ac:spMkLst>
        </pc:spChg>
        <pc:picChg chg="add del mod">
          <ac:chgData name="Shayne Yong" userId="S::sy284@kent.ac.uk::e3322dfb-8616-49c3-a67b-502df9ca7e2b" providerId="AD" clId="Web-{D40C443C-349D-947D-0D92-845940A0ADC0}" dt="2026-05-10T07:49:25.244" v="518"/>
          <ac:picMkLst>
            <pc:docMk/>
            <pc:sldMk cId="2424317587" sldId="268"/>
            <ac:picMk id="4" creationId="{71E89A15-B084-D591-A75D-F6A59DF54401}"/>
          </ac:picMkLst>
        </pc:picChg>
        <pc:picChg chg="add mod">
          <ac:chgData name="Shayne Yong" userId="S::sy284@kent.ac.uk::e3322dfb-8616-49c3-a67b-502df9ca7e2b" providerId="AD" clId="Web-{D40C443C-349D-947D-0D92-845940A0ADC0}" dt="2026-05-10T07:50:00.358" v="529" actId="1076"/>
          <ac:picMkLst>
            <pc:docMk/>
            <pc:sldMk cId="2424317587" sldId="268"/>
            <ac:picMk id="6" creationId="{49B65357-C992-3EF6-8F44-374D08593964}"/>
          </ac:picMkLst>
        </pc:picChg>
        <pc:picChg chg="add del">
          <ac:chgData name="Shayne Yong" userId="S::sy284@kent.ac.uk::e3322dfb-8616-49c3-a67b-502df9ca7e2b" providerId="AD" clId="Web-{D40C443C-349D-947D-0D92-845940A0ADC0}" dt="2026-05-10T07:49:38.996" v="521"/>
          <ac:picMkLst>
            <pc:docMk/>
            <pc:sldMk cId="2424317587" sldId="268"/>
            <ac:picMk id="8" creationId="{F59AB7FA-53B2-C3BA-EEF3-1C5F225CB4BB}"/>
          </ac:picMkLst>
        </pc:picChg>
      </pc:sldChg>
      <pc:sldMasterChg chg="modTransition modSldLayout">
        <pc:chgData name="Shayne Yong" userId="S::sy284@kent.ac.uk::e3322dfb-8616-49c3-a67b-502df9ca7e2b" providerId="AD" clId="Web-{D40C443C-349D-947D-0D92-845940A0ADC0}" dt="2026-05-10T08:30:40.493" v="953"/>
        <pc:sldMasterMkLst>
          <pc:docMk/>
          <pc:sldMasterMk cId="215406036" sldId="2147483979"/>
        </pc:sldMasterMkLst>
        <pc:sldLayoutChg chg="modTransition">
          <pc:chgData name="Shayne Yong" userId="S::sy284@kent.ac.uk::e3322dfb-8616-49c3-a67b-502df9ca7e2b" providerId="AD" clId="Web-{D40C443C-349D-947D-0D92-845940A0ADC0}" dt="2026-05-10T08:30:40.493" v="953"/>
          <pc:sldLayoutMkLst>
            <pc:docMk/>
            <pc:sldMasterMk cId="215406036" sldId="2147483979"/>
            <pc:sldLayoutMk cId="315788577" sldId="2147483980"/>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402290412" sldId="2147483981"/>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254607130" sldId="2147483982"/>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391124504" sldId="2147483983"/>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4145665994" sldId="2147483984"/>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550580360" sldId="2147483985"/>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06269677" sldId="2147483986"/>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307032483" sldId="2147483987"/>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3378235" sldId="2147483988"/>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639342729" sldId="2147483989"/>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795338159" sldId="2147483990"/>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952454763" sldId="2147483991"/>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840891339" sldId="2147483992"/>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837540654" sldId="2147483993"/>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4052501924" sldId="2147483994"/>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926907649" sldId="2147483995"/>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148196676" sldId="2147483996"/>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891535126" sldId="2147483997"/>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132654979" sldId="2147483998"/>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675815838" sldId="2147483999"/>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094090748" sldId="2147484000"/>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966082215" sldId="2147484001"/>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4073707595" sldId="2147484002"/>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4069786902" sldId="2147484003"/>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960601380" sldId="2147484004"/>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882832689" sldId="2147484005"/>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553626205" sldId="2147484006"/>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39279723" sldId="2147484007"/>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977688492" sldId="2147484008"/>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972742715" sldId="2147484009"/>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507886428" sldId="2147484010"/>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376139324" sldId="2147484011"/>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079962177" sldId="2147484012"/>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204431002" sldId="2147484013"/>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193105740" sldId="2147484014"/>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897249181" sldId="2147484015"/>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119919895" sldId="2147484016"/>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419981247" sldId="2147484017"/>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775854323" sldId="2147484018"/>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67067178" sldId="2147484019"/>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428282128" sldId="2147484020"/>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413817368" sldId="2147484021"/>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927535567" sldId="2147484022"/>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891622741" sldId="2147484023"/>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255237308" sldId="2147484024"/>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3848987082" sldId="2147484025"/>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514190615" sldId="2147484026"/>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390822174" sldId="2147484027"/>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542379939" sldId="2147484028"/>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058795679" sldId="2147484029"/>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1424960928" sldId="2147484030"/>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241661672" sldId="2147484031"/>
          </pc:sldLayoutMkLst>
        </pc:sldLayoutChg>
        <pc:sldLayoutChg chg="modTransition">
          <pc:chgData name="Shayne Yong" userId="S::sy284@kent.ac.uk::e3322dfb-8616-49c3-a67b-502df9ca7e2b" providerId="AD" clId="Web-{D40C443C-349D-947D-0D92-845940A0ADC0}" dt="2026-05-10T08:30:40.493" v="953"/>
          <pc:sldLayoutMkLst>
            <pc:docMk/>
            <pc:sldMasterMk cId="215406036" sldId="2147483979"/>
            <pc:sldLayoutMk cId="2913855209" sldId="2147484032"/>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5/10/2026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5/10/2026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a:t>
            </a:r>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4928266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latin typeface="Calibri"/>
              <a:ea typeface="Calibri"/>
              <a:cs typeface="Calibri"/>
            </a:endParaRPr>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5229241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8" name="Picture 7" descr="A close up of a colorful background&#10;&#10;AI-generated content may be incorrect.">
            <a:extLst>
              <a:ext uri="{FF2B5EF4-FFF2-40B4-BE49-F238E27FC236}">
                <a16:creationId xmlns:a16="http://schemas.microsoft.com/office/drawing/2014/main" id="{C9D2B7C3-93C4-3719-D2A9-FBE9AFC2AC0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4"/>
            <a:ext cx="12192000" cy="6858000"/>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57200" y="2054227"/>
            <a:ext cx="8229600" cy="4727574"/>
          </a:xfrm>
          <a:prstGeom prst="rect">
            <a:avLst/>
          </a:prstGeom>
        </p:spPr>
        <p:txBody>
          <a:bodyPr vert="horz" lIns="91440" tIns="45720" rIns="91440" bIns="45720" rtlCol="0" anchor="b">
            <a:normAutofit/>
          </a:bodyPr>
          <a:lstStyle>
            <a:lvl1pPr>
              <a:defRPr lang="en-US" sz="96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57200" y="457200"/>
            <a:ext cx="3424518" cy="1139825"/>
          </a:xfrm>
        </p:spPr>
        <p:txBody>
          <a:bodyPr vert="horz" lIns="91440" tIns="45720" rIns="91440" bIns="45720" rtlCol="0" anchor="b">
            <a:normAutofit/>
          </a:bodyPr>
          <a:lstStyle>
            <a:lvl1pPr marL="0" indent="0">
              <a:lnSpc>
                <a:spcPct val="100000"/>
              </a:lnSpc>
              <a:spcBef>
                <a:spcPts val="0"/>
              </a:spcBef>
              <a:buNone/>
              <a:defRPr lang="en-US" sz="2000" dirty="0"/>
            </a:lvl1pPr>
          </a:lstStyle>
          <a:p>
            <a:pPr lvl="0"/>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6200" y="76200"/>
            <a:ext cx="1295400" cy="381000"/>
          </a:xfrm>
        </p:spPr>
        <p:txBody>
          <a:bodyPr/>
          <a:lstStyle/>
          <a:p>
            <a:fld id="{B3CFBE15-E4BE-4B42-AEEE-ED6C6B9CFCE2}" type="datetime1">
              <a:rPr lang="en-US" smtClean="0"/>
              <a:t>5/10/2026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15788577"/>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14" name="Title Placeholder 1">
            <a:extLst>
              <a:ext uri="{FF2B5EF4-FFF2-40B4-BE49-F238E27FC236}">
                <a16:creationId xmlns:a16="http://schemas.microsoft.com/office/drawing/2014/main" id="{6D8A5A2A-9561-6566-F92F-F70D32882A3B}"/>
              </a:ext>
            </a:extLst>
          </p:cNvPr>
          <p:cNvSpPr>
            <a:spLocks noGrp="1"/>
          </p:cNvSpPr>
          <p:nvPr>
            <p:ph type="title"/>
          </p:nvPr>
        </p:nvSpPr>
        <p:spPr>
          <a:xfrm>
            <a:off x="457200" y="490128"/>
            <a:ext cx="11277599" cy="914400"/>
          </a:xfrm>
          <a:prstGeom prst="rect">
            <a:avLst/>
          </a:prstGeom>
        </p:spPr>
        <p:txBody>
          <a:bodyPr vert="horz" lIns="91440" tIns="45720" rIns="91440" bIns="45720" rtlCol="0" anchor="t">
            <a:normAutofit/>
          </a:bodyPr>
          <a:lstStyle/>
          <a:p>
            <a:r>
              <a:rPr lang="en-US"/>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76200" y="76200"/>
            <a:ext cx="1295400" cy="381000"/>
          </a:xfrm>
        </p:spPr>
        <p:txBody>
          <a:bodyPr/>
          <a:lstStyle/>
          <a:p>
            <a:fld id="{94040C0B-3638-F744-9F98-D66CEC428329}"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13" name="Text Placeholder 2">
            <a:extLst>
              <a:ext uri="{FF2B5EF4-FFF2-40B4-BE49-F238E27FC236}">
                <a16:creationId xmlns:a16="http://schemas.microsoft.com/office/drawing/2014/main" id="{0F542A43-84A6-50F4-C658-B1BBDDAD8C0D}"/>
              </a:ext>
            </a:extLst>
          </p:cNvPr>
          <p:cNvSpPr>
            <a:spLocks noGrp="1"/>
          </p:cNvSpPr>
          <p:nvPr>
            <p:ph idx="1"/>
          </p:nvPr>
        </p:nvSpPr>
        <p:spPr>
          <a:xfrm>
            <a:off x="457200" y="1861728"/>
            <a:ext cx="11277599" cy="4539072"/>
          </a:xfrm>
          <a:prstGeom prst="rect">
            <a:avLst/>
          </a:prstGeom>
        </p:spPr>
        <p:txBody>
          <a:bodyPr vert="horz" lIns="91440" tIns="45720" rIns="91440" bIns="45720" rtlCol="0">
            <a:normAutofit/>
          </a:bodyPr>
          <a:lstStyle>
            <a:lvl1pPr>
              <a:defRPr b="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402290412"/>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05031BA-FE29-1272-03FA-2B84A991745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1094"/>
            <a:ext cx="12192000" cy="6858000"/>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57200" y="5257800"/>
            <a:ext cx="11277600" cy="685800"/>
          </a:xfrm>
          <a:prstGeom prst="rect">
            <a:avLst/>
          </a:prstGeom>
        </p:spPr>
        <p:txBody>
          <a:bodyPr vert="horz" lIns="91440" tIns="45720" rIns="91440" bIns="45720" rtlCol="0" anchor="t">
            <a:normAutofit/>
          </a:bodyPr>
          <a:lstStyle>
            <a:lvl1pPr>
              <a:defRPr lang="en-US" sz="6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57201" y="6019799"/>
            <a:ext cx="11277598" cy="381000"/>
          </a:xfrm>
        </p:spPr>
        <p:txBody>
          <a:bodyPr vert="horz" lIns="91440" tIns="45720" rIns="91440" bIns="45720" rtlCol="0" anchor="b">
            <a:normAutofit/>
          </a:bodyPr>
          <a:lstStyle>
            <a:lvl1pPr marL="0" indent="0">
              <a:lnSpc>
                <a:spcPct val="100000"/>
              </a:lnSpc>
              <a:buNone/>
              <a:defRPr lang="en-US" sz="2000" dirty="0"/>
            </a:lvl1pPr>
          </a:lstStyle>
          <a:p>
            <a:pPr lvl="0"/>
            <a:r>
              <a:rPr lang="en-US"/>
              <a:t>Click to edit Master subtitle style</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D9EF7764-3766-AD43-917F-3181D2483C36}" type="datetime1">
              <a:rPr lang="en-US" smtClean="0"/>
              <a:t>5/10/2026</a:t>
            </a:fld>
            <a:endParaRPr lang="en-US"/>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r>
              <a:rPr lang="en-US"/>
              <a:t>Sample Footer Text</a:t>
            </a:r>
          </a:p>
        </p:txBody>
      </p:sp>
      <p:sp>
        <p:nvSpPr>
          <p:cNvPr id="10" name="Picture Placeholder 4">
            <a:extLst>
              <a:ext uri="{FF2B5EF4-FFF2-40B4-BE49-F238E27FC236}">
                <a16:creationId xmlns:a16="http://schemas.microsoft.com/office/drawing/2014/main" id="{7071A80C-9405-B736-DA8E-7C6B87617DC7}"/>
              </a:ext>
            </a:extLst>
          </p:cNvPr>
          <p:cNvSpPr>
            <a:spLocks noGrp="1"/>
          </p:cNvSpPr>
          <p:nvPr>
            <p:ph type="pic" sz="quarter" idx="17" hasCustomPrompt="1"/>
          </p:nvPr>
        </p:nvSpPr>
        <p:spPr>
          <a:xfrm>
            <a:off x="457200" y="457199"/>
            <a:ext cx="11274552" cy="4572001"/>
          </a:xfrm>
          <a:blipFill>
            <a:blip r:embed="rId3" cstate="email">
              <a:alphaModFix amt="60000"/>
              <a:extLst>
                <a:ext uri="{28A0092B-C50C-407E-A947-70E740481C1C}">
                  <a14:useLocalDpi xmlns:a14="http://schemas.microsoft.com/office/drawing/2010/main"/>
                </a:ext>
              </a:extLst>
            </a:blip>
            <a:stretch>
              <a:fillRect/>
            </a:stretch>
          </a:blipFill>
        </p:spPr>
        <p:txBody>
          <a:bodyPr/>
          <a:lstStyle>
            <a:lvl1pPr>
              <a:defRPr/>
            </a:lvl1pPr>
          </a:lstStyle>
          <a:p>
            <a:r>
              <a:rPr lang="en-US" dirty="0"/>
              <a:t>   </a:t>
            </a:r>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254607130"/>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3E88507-42ED-EBB5-0C22-CA3A46666AB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052" y="3175"/>
            <a:ext cx="12186353" cy="6854823"/>
          </a:xfrm>
          <a:custGeom>
            <a:avLst/>
            <a:gdLst>
              <a:gd name="csX0" fmla="*/ 0 w 12186355"/>
              <a:gd name="csY0" fmla="*/ 0 h 6854824"/>
              <a:gd name="csX1" fmla="*/ 12186355 w 12186355"/>
              <a:gd name="csY1" fmla="*/ 0 h 6854824"/>
              <a:gd name="csX2" fmla="*/ 12186355 w 12186355"/>
              <a:gd name="csY2" fmla="*/ 454025 h 6854824"/>
              <a:gd name="csX3" fmla="*/ 4798004 w 12186355"/>
              <a:gd name="csY3" fmla="*/ 454025 h 6854824"/>
              <a:gd name="csX4" fmla="*/ 4798004 w 12186355"/>
              <a:gd name="csY4" fmla="*/ 6397625 h 6854824"/>
              <a:gd name="csX5" fmla="*/ 12186355 w 12186355"/>
              <a:gd name="csY5" fmla="*/ 6397625 h 6854824"/>
              <a:gd name="csX6" fmla="*/ 12186355 w 12186355"/>
              <a:gd name="csY6" fmla="*/ 6854824 h 6854824"/>
              <a:gd name="csX7" fmla="*/ 0 w 12186355"/>
              <a:gd name="csY7" fmla="*/ 6854824 h 68548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5" h="6854824">
                <a:moveTo>
                  <a:pt x="0" y="0"/>
                </a:moveTo>
                <a:lnTo>
                  <a:pt x="12186355" y="0"/>
                </a:lnTo>
                <a:lnTo>
                  <a:pt x="12186355" y="454025"/>
                </a:lnTo>
                <a:lnTo>
                  <a:pt x="4798004" y="454025"/>
                </a:lnTo>
                <a:lnTo>
                  <a:pt x="4798004" y="6397625"/>
                </a:lnTo>
                <a:lnTo>
                  <a:pt x="12186355" y="6397625"/>
                </a:lnTo>
                <a:lnTo>
                  <a:pt x="12186355" y="6854824"/>
                </a:lnTo>
                <a:lnTo>
                  <a:pt x="0" y="6854824"/>
                </a:lnTo>
                <a:close/>
              </a:path>
            </a:pathLst>
          </a:cu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57200" y="457200"/>
            <a:ext cx="3886198" cy="4513974"/>
          </a:xfrm>
          <a:prstGeom prst="rect">
            <a:avLst/>
          </a:prstGeom>
        </p:spPr>
        <p:txBody>
          <a:bodyPr vert="horz" lIns="91440" tIns="45720" rIns="91440" bIns="45720" rtlCol="0" anchor="t">
            <a:normAutofit/>
          </a:bodyPr>
          <a:lstStyle>
            <a:lvl1pPr>
              <a:defRPr lang="en-US" sz="48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57199" y="5425200"/>
            <a:ext cx="3886200" cy="975600"/>
          </a:xfrm>
        </p:spPr>
        <p:txBody>
          <a:bodyPr vert="horz" lIns="91440" tIns="45720" rIns="91440" bIns="45720" rtlCol="0" anchor="b">
            <a:normAutofit/>
          </a:bodyPr>
          <a:lstStyle>
            <a:lvl1pPr marL="0" indent="0">
              <a:lnSpc>
                <a:spcPct val="100000"/>
              </a:lnSpc>
              <a:spcBef>
                <a:spcPts val="0"/>
              </a:spcBef>
              <a:buNone/>
              <a:defRPr lang="en-US" sz="2000" dirty="0"/>
            </a:lvl1pPr>
          </a:lstStyle>
          <a:p>
            <a:pPr lvl="0"/>
            <a:r>
              <a:rPr lang="en-US"/>
              <a:t>Click to edit Master subtitle style</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76200" y="76201"/>
            <a:ext cx="1295400" cy="380999"/>
          </a:xfrm>
        </p:spPr>
        <p:txBody>
          <a:bodyPr/>
          <a:lstStyle/>
          <a:p>
            <a:fld id="{BD2E1884-4CA3-F14A-A3FE-9D94D32D34BF}" type="datetime1">
              <a:rPr lang="en-US" smtClean="0"/>
              <a:t>5/10/2026</a:t>
            </a:fld>
            <a:endParaRPr lang="en-US"/>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096000" y="76202"/>
            <a:ext cx="6019800" cy="365124"/>
          </a:xfrm>
        </p:spPr>
        <p:txBody>
          <a:bodyPr/>
          <a:lstStyle/>
          <a:p>
            <a:r>
              <a:rPr lang="en-US"/>
              <a:t>Sample Footer Text</a:t>
            </a:r>
          </a:p>
        </p:txBody>
      </p:sp>
      <p:sp>
        <p:nvSpPr>
          <p:cNvPr id="5" name="Picture Placeholder 10">
            <a:extLst>
              <a:ext uri="{FF2B5EF4-FFF2-40B4-BE49-F238E27FC236}">
                <a16:creationId xmlns:a16="http://schemas.microsoft.com/office/drawing/2014/main" id="{9B516699-87B0-CAF3-CAD8-AA40FF750A2A}"/>
              </a:ext>
            </a:extLst>
          </p:cNvPr>
          <p:cNvSpPr>
            <a:spLocks noGrp="1"/>
          </p:cNvSpPr>
          <p:nvPr>
            <p:ph type="pic" sz="quarter" idx="13" hasCustomPrompt="1"/>
          </p:nvPr>
        </p:nvSpPr>
        <p:spPr>
          <a:xfrm>
            <a:off x="4794950" y="457200"/>
            <a:ext cx="7388352" cy="5943600"/>
          </a:xfrm>
          <a:blipFill>
            <a:blip r:embed="rId3"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10820400" y="6416675"/>
            <a:ext cx="1295400"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391124504"/>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FA396DB-37C9-E6F8-96EC-A98E7090367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flipV="1">
            <a:off x="5649" y="3174"/>
            <a:ext cx="12186352" cy="6854823"/>
          </a:xfrm>
          <a:custGeom>
            <a:avLst/>
            <a:gdLst>
              <a:gd name="csX0" fmla="*/ 0 w 12186353"/>
              <a:gd name="csY0" fmla="*/ 6854824 h 6854824"/>
              <a:gd name="csX1" fmla="*/ 12186353 w 12186353"/>
              <a:gd name="csY1" fmla="*/ 6854824 h 6854824"/>
              <a:gd name="csX2" fmla="*/ 12186353 w 12186353"/>
              <a:gd name="csY2" fmla="*/ 0 h 6854824"/>
              <a:gd name="csX3" fmla="*/ 0 w 12186353"/>
              <a:gd name="csY3" fmla="*/ 0 h 6854824"/>
              <a:gd name="csX4" fmla="*/ 0 w 12186353"/>
              <a:gd name="csY4" fmla="*/ 457198 h 6854824"/>
              <a:gd name="csX5" fmla="*/ 7418624 w 12186353"/>
              <a:gd name="csY5" fmla="*/ 457198 h 6854824"/>
              <a:gd name="csX6" fmla="*/ 7418624 w 12186353"/>
              <a:gd name="csY6" fmla="*/ 6400798 h 6854824"/>
              <a:gd name="csX7" fmla="*/ 0 w 12186353"/>
              <a:gd name="csY7" fmla="*/ 6400798 h 68548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3" h="6854824">
                <a:moveTo>
                  <a:pt x="0" y="6854824"/>
                </a:moveTo>
                <a:lnTo>
                  <a:pt x="12186353" y="6854824"/>
                </a:lnTo>
                <a:lnTo>
                  <a:pt x="12186353" y="0"/>
                </a:lnTo>
                <a:lnTo>
                  <a:pt x="0" y="0"/>
                </a:lnTo>
                <a:lnTo>
                  <a:pt x="0" y="457198"/>
                </a:lnTo>
                <a:lnTo>
                  <a:pt x="7418624" y="457198"/>
                </a:lnTo>
                <a:lnTo>
                  <a:pt x="7418624" y="6400798"/>
                </a:lnTo>
                <a:lnTo>
                  <a:pt x="0" y="6400798"/>
                </a:lnTo>
                <a:close/>
              </a:path>
            </a:pathLst>
          </a:cu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918702" y="1856835"/>
            <a:ext cx="3816098" cy="3048276"/>
          </a:xfrm>
          <a:prstGeom prst="rect">
            <a:avLst/>
          </a:prstGeom>
        </p:spPr>
        <p:txBody>
          <a:bodyPr vert="horz" lIns="91440" tIns="45720" rIns="91440" bIns="45720" rtlCol="0" anchor="b">
            <a:normAutofit/>
          </a:bodyPr>
          <a:lstStyle>
            <a:lvl1pPr>
              <a:defRPr lang="en-US" sz="44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918702" y="5362310"/>
            <a:ext cx="3816098" cy="1026767"/>
          </a:xfrm>
        </p:spPr>
        <p:txBody>
          <a:bodyPr vert="horz" lIns="91440" tIns="45720" rIns="91440" bIns="45720" rtlCol="0">
            <a:normAutofit/>
          </a:bodyPr>
          <a:lstStyle>
            <a:lvl1pPr marL="0" indent="0">
              <a:lnSpc>
                <a:spcPct val="100000"/>
              </a:lnSpc>
              <a:buNone/>
              <a:defRPr lang="en-US" sz="2000" dirty="0"/>
            </a:lvl1pPr>
          </a:lstStyle>
          <a:p>
            <a:pPr lvl="0"/>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6200" y="76201"/>
            <a:ext cx="1295400" cy="380999"/>
          </a:xfrm>
        </p:spPr>
        <p:txBody>
          <a:bodyPr/>
          <a:lstStyle>
            <a:lvl1pPr>
              <a:defRPr>
                <a:solidFill>
                  <a:schemeClr val="tx1"/>
                </a:solidFill>
                <a:effectLst/>
              </a:defRPr>
            </a:lvl1pPr>
          </a:lstStyle>
          <a:p>
            <a:fld id="{3DCB9363-2EBD-E747-A181-1D3A08C65245}" type="datetime1">
              <a:rPr lang="en-US" smtClean="0"/>
              <a:t>5/10/2026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096000" y="76201"/>
            <a:ext cx="6019800" cy="380999"/>
          </a:xfrm>
        </p:spPr>
        <p:txBody>
          <a:bodyPr/>
          <a:lstStyle/>
          <a:p>
            <a:r>
              <a:rPr lang="en-US"/>
              <a:t>Sample Footer Text</a:t>
            </a:r>
          </a:p>
        </p:txBody>
      </p:sp>
      <p:sp>
        <p:nvSpPr>
          <p:cNvPr id="9" name="Picture Placeholder 13">
            <a:extLst>
              <a:ext uri="{FF2B5EF4-FFF2-40B4-BE49-F238E27FC236}">
                <a16:creationId xmlns:a16="http://schemas.microsoft.com/office/drawing/2014/main" id="{29ACD8CA-973C-C07A-B4B5-1C33BD62674E}"/>
              </a:ext>
            </a:extLst>
          </p:cNvPr>
          <p:cNvSpPr>
            <a:spLocks noGrp="1"/>
          </p:cNvSpPr>
          <p:nvPr>
            <p:ph type="pic" sz="quarter" idx="14" hasCustomPrompt="1"/>
          </p:nvPr>
        </p:nvSpPr>
        <p:spPr>
          <a:xfrm>
            <a:off x="1" y="457200"/>
            <a:ext cx="7424272" cy="59436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a:blip r:embed="rId3" cstate="email">
              <a:alphaModFix amt="60000"/>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r>
              <a:rPr lang="en-US" dirty="0"/>
              <a:t>   </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4145665994"/>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31CBD8CA-F53F-CFB6-D102-6C4CA833B8E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9" y="3174"/>
            <a:ext cx="12186353" cy="6854824"/>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57200" y="457200"/>
            <a:ext cx="8229600" cy="5414681"/>
          </a:xfrm>
          <a:prstGeom prst="rect">
            <a:avLst/>
          </a:prstGeom>
        </p:spPr>
        <p:txBody>
          <a:bodyPr vert="horz" lIns="91440" tIns="45720" rIns="91440" bIns="45720" rtlCol="0" anchor="b">
            <a:normAutofit/>
          </a:bodyPr>
          <a:lstStyle>
            <a:lvl1pPr>
              <a:defRPr lang="en-US" sz="96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57200" y="5943599"/>
            <a:ext cx="10896600" cy="461681"/>
          </a:xfrm>
        </p:spPr>
        <p:txBody>
          <a:bodyPr vert="horz" lIns="91440" tIns="45720" rIns="91440" bIns="45720" rtlCol="0" anchor="b">
            <a:normAutofit/>
          </a:bodyPr>
          <a:lstStyle>
            <a:lvl1pPr marL="0" indent="0">
              <a:buNone/>
              <a:defRPr lang="en-US" sz="2000" dirty="0"/>
            </a:lvl1pPr>
          </a:lstStyle>
          <a:p>
            <a:pPr lvl="0"/>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6200" y="87593"/>
            <a:ext cx="914400" cy="365125"/>
          </a:xfrm>
        </p:spPr>
        <p:txBody>
          <a:bodyPr/>
          <a:lstStyle/>
          <a:p>
            <a:fld id="{A43625EB-9CE7-FE4A-962B-ADA6590F06B0}" type="datetime1">
              <a:rPr lang="en-US" smtClean="0"/>
              <a:t>5/10/2026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9310395" y="87593"/>
            <a:ext cx="2805405" cy="365125"/>
          </a:xfrm>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353800" y="6400800"/>
            <a:ext cx="762000" cy="381000"/>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550580360"/>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D933488-440B-D134-7B68-A14A7114C14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9" y="3174"/>
            <a:ext cx="12186353" cy="6854823"/>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17588" y="457200"/>
            <a:ext cx="8723871" cy="4419600"/>
          </a:xfrm>
          <a:prstGeom prst="rect">
            <a:avLst/>
          </a:prstGeom>
        </p:spPr>
        <p:txBody>
          <a:bodyPr anchor="b">
            <a:normAutofit/>
          </a:bodyPr>
          <a:lstStyle>
            <a:lvl1pPr algn="ctr">
              <a:defRPr sz="8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467100" y="5483226"/>
            <a:ext cx="5257800" cy="917574"/>
          </a:xfrm>
        </p:spPr>
        <p:txBody>
          <a:bodyPr anchor="b">
            <a:normAutofit/>
          </a:bodyPr>
          <a:lstStyle>
            <a:lvl1pPr marL="0" indent="0" algn="ctr">
              <a:lnSpc>
                <a:spcPct val="100000"/>
              </a:lnSpc>
              <a:spcBef>
                <a:spcPts val="0"/>
              </a:spcBef>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88E0F305-9E38-2F43-A154-0A13A54C557F}" type="datetime1">
              <a:rPr lang="en-US" smtClean="0"/>
              <a:t>5/10/2026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06269677"/>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4">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D933488-440B-D134-7B68-A14A7114C14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prstGeom prst="rect">
            <a:avLst/>
          </a:prstGeom>
        </p:spPr>
      </p:pic>
      <p:sp>
        <p:nvSpPr>
          <p:cNvPr id="9" name="Title 8">
            <a:extLst>
              <a:ext uri="{FF2B5EF4-FFF2-40B4-BE49-F238E27FC236}">
                <a16:creationId xmlns:a16="http://schemas.microsoft.com/office/drawing/2014/main" id="{DDDC27D1-1506-B7FD-BBD8-570878A444FC}"/>
              </a:ext>
            </a:extLst>
          </p:cNvPr>
          <p:cNvSpPr>
            <a:spLocks noGrp="1"/>
          </p:cNvSpPr>
          <p:nvPr>
            <p:ph type="title"/>
          </p:nvPr>
        </p:nvSpPr>
        <p:spPr>
          <a:xfrm>
            <a:off x="457200" y="457200"/>
            <a:ext cx="7380952" cy="6277097"/>
          </a:xfrm>
        </p:spPr>
        <p:txBody>
          <a:bodyPr anchor="b"/>
          <a:lstStyle>
            <a:lvl1pPr>
              <a:defRPr sz="8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95354" y="457200"/>
            <a:ext cx="3439445" cy="2971800"/>
          </a:xfrm>
        </p:spPr>
        <p:txBody>
          <a:bodyPr anchor="t">
            <a:normAutofit/>
          </a:bodyPr>
          <a:lstStyle>
            <a:lvl1pPr marL="0" indent="0" algn="r">
              <a:lnSpc>
                <a:spcPct val="100000"/>
              </a:lnSpc>
              <a:spcBef>
                <a:spcPts val="0"/>
              </a:spcBef>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B9258CAE-C0F2-B346-BD4B-417B70F2F6EB}" type="datetime1">
              <a:rPr lang="en-US" smtClean="0"/>
              <a:t>5/10/2026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307032483"/>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B2BFDAB-1042-6B32-CEEF-4E400B77CFC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3174"/>
            <a:ext cx="12192002" cy="6854824"/>
          </a:xfrm>
          <a:custGeom>
            <a:avLst/>
            <a:gdLst>
              <a:gd name="csX0" fmla="*/ 0 w 5650525"/>
              <a:gd name="csY0" fmla="*/ 0 h 6854824"/>
              <a:gd name="csX1" fmla="*/ 5650525 w 5650525"/>
              <a:gd name="csY1" fmla="*/ 0 h 6854824"/>
              <a:gd name="csX2" fmla="*/ 5650525 w 5650525"/>
              <a:gd name="csY2" fmla="*/ 6854824 h 6854824"/>
              <a:gd name="csX3" fmla="*/ 0 w 5650525"/>
              <a:gd name="csY3" fmla="*/ 6854824 h 6854824"/>
            </a:gdLst>
            <a:ahLst/>
            <a:cxnLst>
              <a:cxn ang="0">
                <a:pos x="csX0" y="csY0"/>
              </a:cxn>
              <a:cxn ang="0">
                <a:pos x="csX1" y="csY1"/>
              </a:cxn>
              <a:cxn ang="0">
                <a:pos x="csX2" y="csY2"/>
              </a:cxn>
              <a:cxn ang="0">
                <a:pos x="csX3" y="csY3"/>
              </a:cxn>
            </a:cxnLst>
            <a:rect l="l" t="t" r="r" b="b"/>
            <a:pathLst>
              <a:path w="5650525" h="6854824">
                <a:moveTo>
                  <a:pt x="0" y="0"/>
                </a:moveTo>
                <a:lnTo>
                  <a:pt x="5650525" y="0"/>
                </a:lnTo>
                <a:lnTo>
                  <a:pt x="5650525" y="6854824"/>
                </a:lnTo>
                <a:lnTo>
                  <a:pt x="0" y="6854824"/>
                </a:lnTo>
                <a:close/>
              </a:path>
            </a:pathLst>
          </a:cu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457199" y="457200"/>
            <a:ext cx="7845553" cy="6172200"/>
          </a:xfrm>
          <a:prstGeom prst="rect">
            <a:avLst/>
          </a:prstGeom>
        </p:spPr>
        <p:txBody>
          <a:bodyPr vert="horz" lIns="91440" tIns="45720" rIns="91440" bIns="45720" rtlCol="0" anchor="b">
            <a:normAutofit/>
          </a:bodyPr>
          <a:lstStyle>
            <a:lvl1pPr>
              <a:defRPr lang="en-US" sz="6000" dirty="0"/>
            </a:lvl1pPr>
          </a:lstStyle>
          <a:p>
            <a:pPr lvl="0"/>
            <a:r>
              <a:rPr lang="en-US"/>
              <a:t>Section Header</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6201" y="76201"/>
            <a:ext cx="914400" cy="381000"/>
          </a:xfrm>
        </p:spPr>
        <p:txBody>
          <a:bodyPr/>
          <a:lstStyle/>
          <a:p>
            <a:fld id="{51EF5BDB-72C5-6C45-B365-DB2A3AA7E4EB}" type="datetime1">
              <a:rPr lang="en-US" smtClean="0"/>
              <a:t>5/10/2026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096000" y="76201"/>
            <a:ext cx="6019800" cy="365125"/>
          </a:xfrm>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353800" y="6400800"/>
            <a:ext cx="762000" cy="381000"/>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337823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515063-D727-8995-60D3-02623A7C2AF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prstGeom prst="rect">
            <a:avLst/>
          </a:prstGeom>
        </p:spPr>
      </p:pic>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457199" y="457200"/>
            <a:ext cx="9982201" cy="6172200"/>
          </a:xfrm>
          <a:prstGeom prst="rect">
            <a:avLst/>
          </a:prstGeom>
        </p:spPr>
        <p:txBody>
          <a:bodyPr vert="horz" lIns="91440" tIns="45720" rIns="91440" bIns="45720" rtlCol="0" anchor="b">
            <a:normAutofit/>
          </a:bodyPr>
          <a:lstStyle>
            <a:lvl1pPr>
              <a:defRPr lang="en-US" sz="6000" dirty="0"/>
            </a:lvl1pPr>
          </a:lstStyle>
          <a:p>
            <a:pPr lvl="0"/>
            <a:r>
              <a:rPr lang="en-US"/>
              <a:t>Section Header</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6201" y="76201"/>
            <a:ext cx="914400" cy="381000"/>
          </a:xfrm>
        </p:spPr>
        <p:txBody>
          <a:bodyPr/>
          <a:lstStyle/>
          <a:p>
            <a:fld id="{FF6B260B-9C30-8041-A127-55431CED219C}" type="datetime1">
              <a:rPr lang="en-US" smtClean="0"/>
              <a:t>5/10/2026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096000" y="76201"/>
            <a:ext cx="6019800" cy="365125"/>
          </a:xfrm>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353800" y="6400800"/>
            <a:ext cx="762000" cy="381000"/>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63934272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0E223EA-E781-514C-FE24-98349C5AF91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custGeom>
            <a:avLst/>
            <a:gdLst>
              <a:gd name="csX0" fmla="*/ 0 w 6386732"/>
              <a:gd name="csY0" fmla="*/ 0 h 6858000"/>
              <a:gd name="csX1" fmla="*/ 6386732 w 6386732"/>
              <a:gd name="csY1" fmla="*/ 0 h 6858000"/>
              <a:gd name="csX2" fmla="*/ 6386732 w 6386732"/>
              <a:gd name="csY2" fmla="*/ 6858000 h 6858000"/>
              <a:gd name="csX3" fmla="*/ 0 w 6386732"/>
              <a:gd name="csY3" fmla="*/ 6858000 h 6858000"/>
            </a:gdLst>
            <a:ahLst/>
            <a:cxnLst>
              <a:cxn ang="0">
                <a:pos x="csX0" y="csY0"/>
              </a:cxn>
              <a:cxn ang="0">
                <a:pos x="csX1" y="csY1"/>
              </a:cxn>
              <a:cxn ang="0">
                <a:pos x="csX2" y="csY2"/>
              </a:cxn>
              <a:cxn ang="0">
                <a:pos x="csX3" y="csY3"/>
              </a:cxn>
            </a:cxnLst>
            <a:rect l="l" t="t" r="r" b="b"/>
            <a:pathLst>
              <a:path w="6386732" h="6858000">
                <a:moveTo>
                  <a:pt x="0" y="0"/>
                </a:moveTo>
                <a:lnTo>
                  <a:pt x="6386732" y="0"/>
                </a:lnTo>
                <a:lnTo>
                  <a:pt x="6386732" y="6858000"/>
                </a:lnTo>
                <a:lnTo>
                  <a:pt x="0" y="6858000"/>
                </a:lnTo>
                <a:close/>
              </a:path>
            </a:pathLst>
          </a:custGeom>
        </p:spPr>
      </p:pic>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934200" y="457200"/>
            <a:ext cx="4800600" cy="2540756"/>
          </a:xfrm>
          <a:prstGeom prst="rect">
            <a:avLst/>
          </a:prstGeom>
        </p:spPr>
        <p:txBody>
          <a:bodyPr anchor="b">
            <a:normAutofit/>
          </a:bodyPr>
          <a:lstStyle>
            <a:lvl1pPr>
              <a:defRPr sz="6000">
                <a:solidFill>
                  <a:schemeClr val="tx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F63FFE14-963B-F240-A047-D4733954729E}" type="datetime1">
              <a:rPr lang="en-US" smtClean="0"/>
              <a:t>5/10/2026</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934200" y="3455158"/>
            <a:ext cx="4800600" cy="2945641"/>
          </a:xfrm>
        </p:spPr>
        <p:txBody>
          <a:bodyPr>
            <a:normAutofit/>
          </a:bodyPr>
          <a:lstStyle>
            <a:lvl1pPr marL="457200" indent="-457200">
              <a:spcBef>
                <a:spcPts val="0"/>
              </a:spcBef>
              <a:buFont typeface="+mj-lt"/>
              <a:buAutoNum type="arabicPeriod"/>
              <a:defRPr sz="2000">
                <a:solidFill>
                  <a:schemeClr val="tx1"/>
                </a:solidFill>
              </a:defRPr>
            </a:lvl1pPr>
            <a:lvl2pPr marL="685800" indent="-457200">
              <a:spcBef>
                <a:spcPts val="0"/>
              </a:spcBef>
              <a:buFont typeface="+mj-lt"/>
              <a:buAutoNum type="arabicPeriod"/>
              <a:defRPr sz="2000">
                <a:solidFill>
                  <a:schemeClr val="tx1"/>
                </a:solidFill>
              </a:defRPr>
            </a:lvl2pPr>
            <a:lvl3pPr marL="800100" indent="-342900">
              <a:spcBef>
                <a:spcPts val="0"/>
              </a:spcBef>
              <a:buFont typeface="+mj-lt"/>
              <a:buAutoNum type="arabicPeriod"/>
              <a:defRPr sz="2000">
                <a:solidFill>
                  <a:schemeClr val="tx1"/>
                </a:solidFill>
              </a:defRPr>
            </a:lvl3pPr>
            <a:lvl4pPr marL="1028700" indent="-342900">
              <a:spcBef>
                <a:spcPts val="0"/>
              </a:spcBef>
              <a:buFont typeface="+mj-lt"/>
              <a:buAutoNum type="arabicPeriod"/>
              <a:defRPr sz="2000">
                <a:solidFill>
                  <a:schemeClr val="tx1"/>
                </a:solidFill>
              </a:defRPr>
            </a:lvl4pPr>
            <a:lvl5pPr marL="1257300" indent="-342900">
              <a:spcBef>
                <a:spcPts val="0"/>
              </a:spcBef>
              <a:buFont typeface="+mj-lt"/>
              <a:buAutoNum type="arabicPeriod"/>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795338159"/>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A6842E55-F2D0-924E-CEFB-721E6B52AAD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0" y="457200"/>
            <a:ext cx="8718468" cy="2540756"/>
          </a:xfrm>
          <a:prstGeom prst="rect">
            <a:avLst/>
          </a:prstGeom>
        </p:spPr>
        <p:txBody>
          <a:bodyPr anchor="b">
            <a:normAutofit/>
          </a:bodyPr>
          <a:lstStyle>
            <a:lvl1pPr>
              <a:defRPr sz="6000">
                <a:solidFill>
                  <a:schemeClr val="tx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AEC70E42-D83C-0945-8790-6453F9081E20}" type="datetime1">
              <a:rPr lang="en-US" smtClean="0"/>
              <a:t>5/10/2026</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57200" y="3455158"/>
            <a:ext cx="8718468" cy="2945641"/>
          </a:xfrm>
        </p:spPr>
        <p:txBody>
          <a:bodyPr>
            <a:normAutofit/>
          </a:bodyPr>
          <a:lstStyle>
            <a:lvl1pPr marL="457200" indent="-457200">
              <a:spcBef>
                <a:spcPts val="0"/>
              </a:spcBef>
              <a:buFont typeface="+mj-lt"/>
              <a:buAutoNum type="arabicPeriod"/>
              <a:defRPr sz="2000">
                <a:solidFill>
                  <a:schemeClr val="tx1"/>
                </a:solidFill>
              </a:defRPr>
            </a:lvl1pPr>
            <a:lvl2pPr marL="685800" indent="-457200">
              <a:spcBef>
                <a:spcPts val="0"/>
              </a:spcBef>
              <a:buFont typeface="+mj-lt"/>
              <a:buAutoNum type="arabicPeriod"/>
              <a:defRPr sz="2000">
                <a:solidFill>
                  <a:schemeClr val="tx1"/>
                </a:solidFill>
              </a:defRPr>
            </a:lvl2pPr>
            <a:lvl3pPr marL="800100" indent="-342900">
              <a:spcBef>
                <a:spcPts val="0"/>
              </a:spcBef>
              <a:buFont typeface="+mj-lt"/>
              <a:buAutoNum type="arabicPeriod"/>
              <a:defRPr sz="2000">
                <a:solidFill>
                  <a:schemeClr val="tx1"/>
                </a:solidFill>
              </a:defRPr>
            </a:lvl3pPr>
            <a:lvl4pPr marL="1028700" indent="-342900">
              <a:spcBef>
                <a:spcPts val="0"/>
              </a:spcBef>
              <a:buFont typeface="+mj-lt"/>
              <a:buAutoNum type="arabicPeriod"/>
              <a:defRPr sz="2000">
                <a:solidFill>
                  <a:schemeClr val="tx1"/>
                </a:solidFill>
              </a:defRPr>
            </a:lvl4pPr>
            <a:lvl5pPr marL="1257300" indent="-342900">
              <a:spcBef>
                <a:spcPts val="0"/>
              </a:spcBef>
              <a:buFont typeface="+mj-lt"/>
              <a:buAutoNum type="arabicPeriod"/>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952454763"/>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 with Picture ">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FEFDED5-938A-286B-8D7B-122F48C83F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custGeom>
            <a:avLst/>
            <a:gdLst>
              <a:gd name="csX0" fmla="*/ 0 w 12192000"/>
              <a:gd name="csY0" fmla="*/ 0 h 6858000"/>
              <a:gd name="csX1" fmla="*/ 12192000 w 12192000"/>
              <a:gd name="csY1" fmla="*/ 0 h 6858000"/>
              <a:gd name="csX2" fmla="*/ 12192000 w 12192000"/>
              <a:gd name="csY2" fmla="*/ 457200 h 6858000"/>
              <a:gd name="csX3" fmla="*/ 5715000 w 12192000"/>
              <a:gd name="csY3" fmla="*/ 457200 h 6858000"/>
              <a:gd name="csX4" fmla="*/ 5715000 w 12192000"/>
              <a:gd name="csY4" fmla="*/ 6400800 h 6858000"/>
              <a:gd name="csX5" fmla="*/ 12192000 w 12192000"/>
              <a:gd name="csY5" fmla="*/ 640080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0" y="0"/>
                </a:moveTo>
                <a:lnTo>
                  <a:pt x="12192000" y="0"/>
                </a:lnTo>
                <a:lnTo>
                  <a:pt x="12192000" y="457200"/>
                </a:lnTo>
                <a:lnTo>
                  <a:pt x="5715000" y="457200"/>
                </a:lnTo>
                <a:lnTo>
                  <a:pt x="5715000" y="6400800"/>
                </a:lnTo>
                <a:lnTo>
                  <a:pt x="12192000" y="6400800"/>
                </a:lnTo>
                <a:lnTo>
                  <a:pt x="12192000" y="6858000"/>
                </a:lnTo>
                <a:lnTo>
                  <a:pt x="0" y="6858000"/>
                </a:lnTo>
                <a:close/>
              </a:path>
            </a:pathLst>
          </a:custGeom>
        </p:spPr>
      </p:pic>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0" y="457200"/>
            <a:ext cx="4800600" cy="2540758"/>
          </a:xfrm>
          <a:prstGeom prst="rect">
            <a:avLst/>
          </a:prstGeom>
        </p:spPr>
        <p:txBody>
          <a:bodyPr anchor="t">
            <a:normAutofit/>
          </a:bodyPr>
          <a:lstStyle>
            <a:lvl1pPr>
              <a:defRPr sz="6000">
                <a:solidFill>
                  <a:schemeClr val="tx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BC14B53C-24D5-7E4A-A014-94F398D5C635}" type="datetime1">
              <a:rPr lang="en-US" smtClean="0"/>
              <a:t>5/10/2026</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57200" y="3455158"/>
            <a:ext cx="4800601" cy="2945642"/>
          </a:xfrm>
        </p:spPr>
        <p:txBody>
          <a:bodyPr>
            <a:normAutofit/>
          </a:bodyPr>
          <a:lstStyle>
            <a:lvl1pPr marL="457200" indent="-457200">
              <a:spcBef>
                <a:spcPts val="0"/>
              </a:spcBef>
              <a:buFont typeface="+mj-lt"/>
              <a:buAutoNum type="arabicPeriod"/>
              <a:defRPr sz="2000">
                <a:solidFill>
                  <a:schemeClr val="tx1"/>
                </a:solidFill>
              </a:defRPr>
            </a:lvl1pPr>
            <a:lvl2pPr marL="685800" indent="-457200">
              <a:spcBef>
                <a:spcPts val="0"/>
              </a:spcBef>
              <a:buFont typeface="+mj-lt"/>
              <a:buAutoNum type="arabicPeriod"/>
              <a:defRPr sz="2000">
                <a:solidFill>
                  <a:schemeClr val="tx1"/>
                </a:solidFill>
              </a:defRPr>
            </a:lvl2pPr>
            <a:lvl3pPr marL="800100" indent="-342900">
              <a:spcBef>
                <a:spcPts val="0"/>
              </a:spcBef>
              <a:buFont typeface="+mj-lt"/>
              <a:buAutoNum type="arabicPeriod"/>
              <a:defRPr sz="2000">
                <a:solidFill>
                  <a:schemeClr val="tx1"/>
                </a:solidFill>
              </a:defRPr>
            </a:lvl3pPr>
            <a:lvl4pPr marL="1028700" indent="-342900">
              <a:spcBef>
                <a:spcPts val="0"/>
              </a:spcBef>
              <a:buFont typeface="+mj-lt"/>
              <a:buAutoNum type="arabicPeriod"/>
              <a:defRPr sz="2000">
                <a:solidFill>
                  <a:schemeClr val="tx1"/>
                </a:solidFill>
              </a:defRPr>
            </a:lvl4pPr>
            <a:lvl5pPr marL="1257300" indent="-342900">
              <a:spcBef>
                <a:spcPts val="0"/>
              </a:spcBef>
              <a:buFont typeface="+mj-lt"/>
              <a:buAutoNum type="arabicPeriod"/>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9">
            <a:extLst>
              <a:ext uri="{FF2B5EF4-FFF2-40B4-BE49-F238E27FC236}">
                <a16:creationId xmlns:a16="http://schemas.microsoft.com/office/drawing/2014/main" id="{CF711452-E8CD-4198-878F-62016D1DDAAE}"/>
              </a:ext>
            </a:extLst>
          </p:cNvPr>
          <p:cNvSpPr>
            <a:spLocks noGrp="1"/>
          </p:cNvSpPr>
          <p:nvPr>
            <p:ph type="pic" sz="quarter" idx="14" hasCustomPrompt="1"/>
          </p:nvPr>
        </p:nvSpPr>
        <p:spPr>
          <a:xfrm>
            <a:off x="5715000" y="457200"/>
            <a:ext cx="6480048" cy="5943600"/>
          </a:xfrm>
          <a:blipFill dpi="0" rotWithShape="1">
            <a:blip r:embed="rId3" cstate="email">
              <a:alphaModFix amt="60000"/>
              <a:extLst>
                <a:ext uri="{28A0092B-C50C-407E-A947-70E740481C1C}">
                  <a14:useLocalDpi xmlns:a14="http://schemas.microsoft.com/office/drawing/2010/main"/>
                </a:ext>
              </a:extLst>
            </a:blip>
            <a:srcRect/>
            <a:stretch>
              <a:fillRect/>
            </a:stretch>
          </a:blipFill>
        </p:spPr>
        <p:txBody>
          <a:bodyPr/>
          <a:lstStyle>
            <a:lvl1pPr>
              <a:defRPr/>
            </a:lvl1pPr>
          </a:lstStyle>
          <a:p>
            <a:r>
              <a:rPr lang="en-US" dirty="0"/>
              <a:t>   </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840891339"/>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04AEF0-FD49-9901-2650-A660E32BBD0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flipH="1" flipV="1">
            <a:off x="5649" y="3174"/>
            <a:ext cx="12186352" cy="6854823"/>
          </a:xfrm>
          <a:prstGeom prst="rect">
            <a:avLst/>
          </a:prstGeom>
        </p:spPr>
      </p:pic>
      <p:sp>
        <p:nvSpPr>
          <p:cNvPr id="9" name="Title 8">
            <a:extLst>
              <a:ext uri="{FF2B5EF4-FFF2-40B4-BE49-F238E27FC236}">
                <a16:creationId xmlns:a16="http://schemas.microsoft.com/office/drawing/2014/main" id="{1559CC2E-67E0-CD45-1923-3D29474D2A5B}"/>
              </a:ext>
            </a:extLst>
          </p:cNvPr>
          <p:cNvSpPr>
            <a:spLocks noGrp="1"/>
          </p:cNvSpPr>
          <p:nvPr>
            <p:ph type="title"/>
          </p:nvPr>
        </p:nvSpPr>
        <p:spPr>
          <a:xfrm>
            <a:off x="6934200" y="510298"/>
            <a:ext cx="4800600" cy="3381766"/>
          </a:xfrm>
        </p:spPr>
        <p:txBody>
          <a:bodyPr anchor="b"/>
          <a:lstStyle/>
          <a:p>
            <a:r>
              <a:rPr lang="en-US" dirty="0"/>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123D06D-70B8-D14B-A67C-9271374366C3}"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11" name="Content Placeholder 11">
            <a:extLst>
              <a:ext uri="{FF2B5EF4-FFF2-40B4-BE49-F238E27FC236}">
                <a16:creationId xmlns:a16="http://schemas.microsoft.com/office/drawing/2014/main" id="{7EBA0937-B41B-914E-2AAC-46E2E3534AD2}"/>
              </a:ext>
            </a:extLst>
          </p:cNvPr>
          <p:cNvSpPr>
            <a:spLocks noGrp="1"/>
          </p:cNvSpPr>
          <p:nvPr>
            <p:ph sz="quarter" idx="15"/>
          </p:nvPr>
        </p:nvSpPr>
        <p:spPr>
          <a:xfrm>
            <a:off x="6934200" y="4343400"/>
            <a:ext cx="48006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837540654"/>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6C589F9-B5E9-4B33-8105-9AC2FFA5989C}"/>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prstGeom prst="rect">
            <a:avLst/>
          </a:prstGeom>
        </p:spPr>
      </p:pic>
      <p:sp>
        <p:nvSpPr>
          <p:cNvPr id="8" name="Title 7">
            <a:extLst>
              <a:ext uri="{FF2B5EF4-FFF2-40B4-BE49-F238E27FC236}">
                <a16:creationId xmlns:a16="http://schemas.microsoft.com/office/drawing/2014/main" id="{CB78262B-02D6-47C9-67D0-07D0F3357461}"/>
              </a:ext>
            </a:extLst>
          </p:cNvPr>
          <p:cNvSpPr>
            <a:spLocks noGrp="1"/>
          </p:cNvSpPr>
          <p:nvPr>
            <p:ph type="title"/>
          </p:nvPr>
        </p:nvSpPr>
        <p:spPr>
          <a:xfrm>
            <a:off x="457200" y="908537"/>
            <a:ext cx="4800600" cy="2983527"/>
          </a:xfrm>
        </p:spPr>
        <p:txBody>
          <a:bodyPr anchor="b"/>
          <a:lstStyle/>
          <a:p>
            <a:r>
              <a:rPr lang="en-US"/>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5AE1D74-C13D-F14A-9B9E-EB7933559C88}"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12" name="Content Placeholder 11">
            <a:extLst>
              <a:ext uri="{FF2B5EF4-FFF2-40B4-BE49-F238E27FC236}">
                <a16:creationId xmlns:a16="http://schemas.microsoft.com/office/drawing/2014/main" id="{2DBB5A5D-0276-D53B-63DA-FE8A52528AC6}"/>
              </a:ext>
            </a:extLst>
          </p:cNvPr>
          <p:cNvSpPr>
            <a:spLocks noGrp="1"/>
          </p:cNvSpPr>
          <p:nvPr>
            <p:ph sz="quarter" idx="15"/>
          </p:nvPr>
        </p:nvSpPr>
        <p:spPr>
          <a:xfrm>
            <a:off x="457200" y="4343400"/>
            <a:ext cx="48006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4052501924"/>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84CEF6-557E-9804-CC9A-89809A5FF7CC}"/>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flipV="1">
            <a:off x="5649" y="3174"/>
            <a:ext cx="12186352" cy="6854823"/>
          </a:xfrm>
          <a:prstGeom prst="rect">
            <a:avLst/>
          </a:prstGeom>
        </p:spPr>
      </p:pic>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0" y="1600200"/>
            <a:ext cx="3657600" cy="3657600"/>
          </a:xfrm>
          <a:prstGeom prst="rect">
            <a:avLst/>
          </a:prstGeom>
        </p:spPr>
        <p:txBody>
          <a:bodyPr anchor="ctr">
            <a:normAutofit/>
          </a:bodyPr>
          <a:lstStyle>
            <a:lvl1pPr>
              <a:defRPr sz="3600"/>
            </a:lvl1pPr>
          </a:lstStyle>
          <a:p>
            <a:r>
              <a:rPr lang="en-US"/>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76200" y="76200"/>
            <a:ext cx="1447800" cy="381000"/>
          </a:xfrm>
        </p:spPr>
        <p:txBody>
          <a:bodyPr/>
          <a:lstStyle/>
          <a:p>
            <a:fld id="{04FB7707-CCB1-0246-9925-E5DB223369A7}"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9" name="Content Placeholder 7">
            <a:extLst>
              <a:ext uri="{FF2B5EF4-FFF2-40B4-BE49-F238E27FC236}">
                <a16:creationId xmlns:a16="http://schemas.microsoft.com/office/drawing/2014/main" id="{847EA967-03AF-58FD-4A3C-C4F2DD0449F3}"/>
              </a:ext>
            </a:extLst>
          </p:cNvPr>
          <p:cNvSpPr>
            <a:spLocks noGrp="1"/>
          </p:cNvSpPr>
          <p:nvPr>
            <p:ph sz="quarter" idx="14"/>
          </p:nvPr>
        </p:nvSpPr>
        <p:spPr>
          <a:xfrm>
            <a:off x="5105400" y="1600200"/>
            <a:ext cx="5565663" cy="3657600"/>
          </a:xfrm>
        </p:spPr>
        <p:txBody>
          <a:bodyPr anchor="ctr"/>
          <a:lstStyle>
            <a:lvl1pPr>
              <a:lnSpc>
                <a:spcPct val="100000"/>
              </a:lnSpc>
              <a:spcBef>
                <a:spcPts val="0"/>
              </a:spcBef>
              <a:spcAft>
                <a:spcPts val="600"/>
              </a:spcAft>
              <a:defRPr b="0"/>
            </a:lvl1pPr>
            <a:lvl2pPr>
              <a:lnSpc>
                <a:spcPct val="100000"/>
              </a:lnSpc>
              <a:spcBef>
                <a:spcPts val="0"/>
              </a:spcBef>
              <a:spcAft>
                <a:spcPts val="600"/>
              </a:spcAft>
              <a:defRPr/>
            </a:lvl2pPr>
            <a:lvl3pPr>
              <a:lnSpc>
                <a:spcPct val="100000"/>
              </a:lnSpc>
              <a:spcBef>
                <a:spcPts val="0"/>
              </a:spcBef>
              <a:spcAft>
                <a:spcPts val="600"/>
              </a:spcAft>
              <a:defRPr/>
            </a:lvl3pPr>
            <a:lvl4pPr>
              <a:lnSpc>
                <a:spcPct val="100000"/>
              </a:lnSpc>
              <a:spcBef>
                <a:spcPts val="0"/>
              </a:spcBef>
              <a:spcAft>
                <a:spcPts val="600"/>
              </a:spcAft>
              <a:defRPr/>
            </a:lvl4pPr>
            <a:lvl5pPr>
              <a:lnSpc>
                <a:spcPct val="100000"/>
              </a:lnSpc>
              <a:spcBef>
                <a:spcPts val="0"/>
              </a:spcBef>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926907649"/>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0BAAE26-8B0A-A488-121D-8BF5642E9046}"/>
              </a:ext>
            </a:extLst>
          </p:cNvPr>
          <p:cNvSpPr>
            <a:spLocks noGrp="1"/>
          </p:cNvSpPr>
          <p:nvPr>
            <p:ph type="title"/>
          </p:nvPr>
        </p:nvSpPr>
        <p:spPr>
          <a:xfrm>
            <a:off x="457200" y="1386993"/>
            <a:ext cx="3657600" cy="4083579"/>
          </a:xfrm>
          <a:prstGeom prst="rect">
            <a:avLst/>
          </a:prstGeom>
        </p:spPr>
        <p:txBody>
          <a:bodyPr anchor="ctr">
            <a:normAutofit/>
          </a:bodyPr>
          <a:lstStyle>
            <a:lvl1pPr>
              <a:defRPr sz="3600"/>
            </a:lvl1pPr>
          </a:lstStyle>
          <a:p>
            <a:r>
              <a:rPr lang="en-US"/>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76200" y="76200"/>
            <a:ext cx="1447800" cy="381000"/>
          </a:xfrm>
        </p:spPr>
        <p:txBody>
          <a:bodyPr/>
          <a:lstStyle/>
          <a:p>
            <a:fld id="{AE76B46A-8201-CC4A-8088-50255B4B9D0D}"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05400" y="1386993"/>
            <a:ext cx="6629400" cy="4083579"/>
          </a:xfrm>
        </p:spPr>
        <p:txBody>
          <a:bodyPr anchor="ctr"/>
          <a:lstStyle>
            <a:lvl1pPr>
              <a:lnSpc>
                <a:spcPct val="100000"/>
              </a:lnSpc>
              <a:spcBef>
                <a:spcPts val="0"/>
              </a:spcBef>
              <a:spcAft>
                <a:spcPts val="600"/>
              </a:spcAft>
              <a:defRPr b="0"/>
            </a:lvl1pPr>
            <a:lvl2pPr>
              <a:lnSpc>
                <a:spcPct val="100000"/>
              </a:lnSpc>
              <a:spcBef>
                <a:spcPts val="0"/>
              </a:spcBef>
              <a:spcAft>
                <a:spcPts val="600"/>
              </a:spcAft>
              <a:defRPr/>
            </a:lvl2pPr>
            <a:lvl3pPr>
              <a:lnSpc>
                <a:spcPct val="100000"/>
              </a:lnSpc>
              <a:spcBef>
                <a:spcPts val="0"/>
              </a:spcBef>
              <a:spcAft>
                <a:spcPts val="600"/>
              </a:spcAft>
              <a:defRPr/>
            </a:lvl3pPr>
            <a:lvl4pPr>
              <a:lnSpc>
                <a:spcPct val="100000"/>
              </a:lnSpc>
              <a:spcBef>
                <a:spcPts val="0"/>
              </a:spcBef>
              <a:spcAft>
                <a:spcPts val="600"/>
              </a:spcAft>
              <a:defRPr/>
            </a:lvl4pPr>
            <a:lvl5pPr>
              <a:lnSpc>
                <a:spcPct val="100000"/>
              </a:lnSpc>
              <a:spcBef>
                <a:spcPts val="0"/>
              </a:spcBef>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148196676"/>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960BFB7-1A46-3D6C-10AE-175CE77B8EBC}"/>
              </a:ext>
            </a:extLst>
          </p:cNvPr>
          <p:cNvSpPr>
            <a:spLocks noGrp="1"/>
          </p:cNvSpPr>
          <p:nvPr>
            <p:ph type="title"/>
          </p:nvPr>
        </p:nvSpPr>
        <p:spPr>
          <a:xfrm>
            <a:off x="457200" y="1386993"/>
            <a:ext cx="3657600" cy="4083579"/>
          </a:xfrm>
          <a:prstGeom prst="rect">
            <a:avLst/>
          </a:prstGeom>
        </p:spPr>
        <p:txBody>
          <a:bodyPr anchor="ctr">
            <a:normAutofit/>
          </a:bodyPr>
          <a:lstStyle>
            <a:lvl1pPr>
              <a:defRPr sz="3600"/>
            </a:lvl1pPr>
          </a:lstStyle>
          <a:p>
            <a:r>
              <a:rPr lang="en-US"/>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76200" y="76200"/>
            <a:ext cx="1447800" cy="381000"/>
          </a:xfrm>
        </p:spPr>
        <p:txBody>
          <a:bodyPr/>
          <a:lstStyle/>
          <a:p>
            <a:fld id="{0F2D9860-67F8-974D-8794-2C5A1B3DA504}"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05400" y="1050111"/>
            <a:ext cx="6629400" cy="4940661"/>
          </a:xfrm>
        </p:spPr>
        <p:txBody>
          <a:bodyPr anchor="ctr"/>
          <a:lstStyle>
            <a:lvl1pPr>
              <a:defRPr b="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891535126"/>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DB91743-0D30-2350-EB44-06EFA20D93F8}"/>
              </a:ext>
            </a:extLst>
          </p:cNvPr>
          <p:cNvSpPr>
            <a:spLocks noGrp="1"/>
          </p:cNvSpPr>
          <p:nvPr>
            <p:ph type="title"/>
          </p:nvPr>
        </p:nvSpPr>
        <p:spPr>
          <a:xfrm>
            <a:off x="457200" y="1386993"/>
            <a:ext cx="3657600" cy="4083579"/>
          </a:xfrm>
          <a:prstGeom prst="rect">
            <a:avLst/>
          </a:prstGeom>
        </p:spPr>
        <p:txBody>
          <a:bodyPr anchor="ctr">
            <a:normAutofit/>
          </a:bodyPr>
          <a:lstStyle>
            <a:lvl1pPr>
              <a:defRPr sz="3600"/>
            </a:lvl1pPr>
          </a:lstStyle>
          <a:p>
            <a:r>
              <a:rPr lang="en-US"/>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76200" y="76200"/>
            <a:ext cx="1447800" cy="381000"/>
          </a:xfrm>
        </p:spPr>
        <p:txBody>
          <a:bodyPr/>
          <a:lstStyle/>
          <a:p>
            <a:fld id="{8351A969-2D26-4F49-AF79-EF4D76632F71}"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3" name="Content Placeholder 7">
            <a:extLst>
              <a:ext uri="{FF2B5EF4-FFF2-40B4-BE49-F238E27FC236}">
                <a16:creationId xmlns:a16="http://schemas.microsoft.com/office/drawing/2014/main" id="{02E3AAFD-6A60-1D0B-28FF-0B5CB92D6A3C}"/>
              </a:ext>
            </a:extLst>
          </p:cNvPr>
          <p:cNvSpPr>
            <a:spLocks noGrp="1"/>
          </p:cNvSpPr>
          <p:nvPr>
            <p:ph sz="quarter" idx="14"/>
          </p:nvPr>
        </p:nvSpPr>
        <p:spPr>
          <a:xfrm>
            <a:off x="5105400" y="457200"/>
            <a:ext cx="6629400" cy="5943600"/>
          </a:xfrm>
        </p:spPr>
        <p:txBody>
          <a:bodyPr anchor="ctr"/>
          <a:lstStyle>
            <a:lvl1pPr>
              <a:lnSpc>
                <a:spcPct val="100000"/>
              </a:lnSpc>
              <a:spcBef>
                <a:spcPts val="0"/>
              </a:spcBef>
              <a:spcAft>
                <a:spcPts val="600"/>
              </a:spcAft>
              <a:defRPr b="0"/>
            </a:lvl1pPr>
            <a:lvl2pPr>
              <a:lnSpc>
                <a:spcPct val="100000"/>
              </a:lnSpc>
              <a:spcBef>
                <a:spcPts val="0"/>
              </a:spcBef>
              <a:spcAft>
                <a:spcPts val="600"/>
              </a:spcAft>
              <a:defRPr/>
            </a:lvl2pPr>
            <a:lvl3pPr>
              <a:lnSpc>
                <a:spcPct val="100000"/>
              </a:lnSpc>
              <a:spcBef>
                <a:spcPts val="0"/>
              </a:spcBef>
              <a:spcAft>
                <a:spcPts val="600"/>
              </a:spcAft>
              <a:defRPr/>
            </a:lvl3pPr>
            <a:lvl4pPr>
              <a:lnSpc>
                <a:spcPct val="100000"/>
              </a:lnSpc>
              <a:spcBef>
                <a:spcPts val="0"/>
              </a:spcBef>
              <a:spcAft>
                <a:spcPts val="600"/>
              </a:spcAft>
              <a:defRPr/>
            </a:lvl4pPr>
            <a:lvl5pPr>
              <a:lnSpc>
                <a:spcPct val="100000"/>
              </a:lnSpc>
              <a:spcBef>
                <a:spcPts val="0"/>
              </a:spcBef>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132654979"/>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D313C0D-237C-145D-6D99-0704931ED3D9}"/>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0 w 12186352"/>
              <a:gd name="csY0" fmla="*/ 0 h 6854823"/>
              <a:gd name="csX1" fmla="*/ 12186352 w 12186352"/>
              <a:gd name="csY1" fmla="*/ 0 h 6854823"/>
              <a:gd name="csX2" fmla="*/ 12186352 w 12186352"/>
              <a:gd name="csY2" fmla="*/ 454026 h 6854823"/>
              <a:gd name="csX3" fmla="*/ 3827047 w 12186352"/>
              <a:gd name="csY3" fmla="*/ 454026 h 6854823"/>
              <a:gd name="csX4" fmla="*/ 3827047 w 12186352"/>
              <a:gd name="csY4" fmla="*/ 6397626 h 6854823"/>
              <a:gd name="csX5" fmla="*/ 12186352 w 12186352"/>
              <a:gd name="csY5" fmla="*/ 6397626 h 6854823"/>
              <a:gd name="csX6" fmla="*/ 12186352 w 12186352"/>
              <a:gd name="csY6" fmla="*/ 6854823 h 6854823"/>
              <a:gd name="csX7" fmla="*/ 0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0" y="0"/>
                </a:moveTo>
                <a:lnTo>
                  <a:pt x="12186352" y="0"/>
                </a:lnTo>
                <a:lnTo>
                  <a:pt x="12186352" y="454026"/>
                </a:lnTo>
                <a:lnTo>
                  <a:pt x="3827047" y="454026"/>
                </a:lnTo>
                <a:lnTo>
                  <a:pt x="3827047" y="6397626"/>
                </a:lnTo>
                <a:lnTo>
                  <a:pt x="12186352" y="6397626"/>
                </a:lnTo>
                <a:lnTo>
                  <a:pt x="12186352" y="6854823"/>
                </a:lnTo>
                <a:lnTo>
                  <a:pt x="0" y="6854823"/>
                </a:lnTo>
                <a:close/>
              </a:path>
            </a:pathLst>
          </a:cu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2102" y="457200"/>
            <a:ext cx="2887123" cy="2514601"/>
          </a:xfrm>
          <a:prstGeom prst="rect">
            <a:avLst/>
          </a:prstGeom>
        </p:spPr>
        <p:txBody>
          <a:bodyPr anchor="b"/>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6200" y="76201"/>
            <a:ext cx="1295400" cy="380999"/>
          </a:xfrm>
        </p:spPr>
        <p:txBody>
          <a:bodyPr/>
          <a:lstStyle>
            <a:lvl1pPr>
              <a:defRPr>
                <a:solidFill>
                  <a:schemeClr val="tx1"/>
                </a:solidFill>
                <a:effectLst/>
              </a:defRPr>
            </a:lvl1pPr>
          </a:lstStyle>
          <a:p>
            <a:fld id="{383FCCD6-08E9-5F43-B78A-D6D06FA7D888}" type="datetime1">
              <a:rPr lang="en-US" smtClean="0"/>
              <a:t>5/10/2026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0" y="76201"/>
            <a:ext cx="6019800" cy="380999"/>
          </a:xfrm>
        </p:spPr>
        <p:txBody>
          <a:bodyPr/>
          <a:lstStyle/>
          <a:p>
            <a:r>
              <a:rPr lang="en-US" dirty="0"/>
              <a:t>Sample Footer Text</a:t>
            </a:r>
          </a:p>
        </p:txBody>
      </p:sp>
      <p:sp>
        <p:nvSpPr>
          <p:cNvPr id="11" name="Content Placeholder 7">
            <a:extLst>
              <a:ext uri="{FF2B5EF4-FFF2-40B4-BE49-F238E27FC236}">
                <a16:creationId xmlns:a16="http://schemas.microsoft.com/office/drawing/2014/main" id="{983E9A5C-C933-60D2-BA0B-5D63E2467D6A}"/>
              </a:ext>
            </a:extLst>
          </p:cNvPr>
          <p:cNvSpPr>
            <a:spLocks noGrp="1"/>
          </p:cNvSpPr>
          <p:nvPr>
            <p:ph sz="quarter" idx="15"/>
          </p:nvPr>
        </p:nvSpPr>
        <p:spPr>
          <a:xfrm>
            <a:off x="492102" y="3429000"/>
            <a:ext cx="2887123" cy="2971799"/>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Picture Placeholder 9">
            <a:extLst>
              <a:ext uri="{FF2B5EF4-FFF2-40B4-BE49-F238E27FC236}">
                <a16:creationId xmlns:a16="http://schemas.microsoft.com/office/drawing/2014/main" id="{74DB69AA-A231-8C00-D853-CD5E094B0681}"/>
              </a:ext>
            </a:extLst>
          </p:cNvPr>
          <p:cNvSpPr>
            <a:spLocks noGrp="1"/>
          </p:cNvSpPr>
          <p:nvPr>
            <p:ph type="pic" sz="quarter" idx="13" hasCustomPrompt="1"/>
          </p:nvPr>
        </p:nvSpPr>
        <p:spPr>
          <a:xfrm>
            <a:off x="3832696" y="457200"/>
            <a:ext cx="8359305" cy="59436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3" cstate="email">
              <a:alphaModFix amt="60000"/>
              <a:extLst>
                <a:ext uri="{28A0092B-C50C-407E-A947-70E740481C1C}">
                  <a14:useLocalDpi xmlns:a14="http://schemas.microsoft.com/office/drawing/2010/main"/>
                </a:ext>
              </a:extLst>
            </a:blip>
            <a:srcRect/>
            <a:stretch>
              <a:fillRect/>
            </a:stretch>
          </a:blipFill>
        </p:spPr>
        <p:txBody>
          <a:bodyPr wrap="square">
            <a:noAutofit/>
          </a:bodyPr>
          <a:lstStyle>
            <a:lvl1pPr marL="0" indent="0">
              <a:buNone/>
              <a:defRPr/>
            </a:lvl1pPr>
          </a:lstStyle>
          <a:p>
            <a:r>
              <a:rPr lang="en-US" dirty="0"/>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820400" y="6400799"/>
            <a:ext cx="1295400" cy="381001"/>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675815838"/>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7314FBE-6941-996E-732C-BE9042D03FAC}"/>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451551 w 12186352"/>
              <a:gd name="csY0" fmla="*/ 454026 h 6854823"/>
              <a:gd name="csX1" fmla="*/ 451551 w 12186352"/>
              <a:gd name="csY1" fmla="*/ 4568825 h 6854823"/>
              <a:gd name="csX2" fmla="*/ 11729151 w 12186352"/>
              <a:gd name="csY2" fmla="*/ 4568825 h 6854823"/>
              <a:gd name="csX3" fmla="*/ 11729151 w 12186352"/>
              <a:gd name="csY3" fmla="*/ 454026 h 6854823"/>
              <a:gd name="csX4" fmla="*/ 0 w 12186352"/>
              <a:gd name="csY4" fmla="*/ 0 h 6854823"/>
              <a:gd name="csX5" fmla="*/ 12186352 w 12186352"/>
              <a:gd name="csY5" fmla="*/ 0 h 6854823"/>
              <a:gd name="csX6" fmla="*/ 12186352 w 12186352"/>
              <a:gd name="csY6" fmla="*/ 6854823 h 6854823"/>
              <a:gd name="csX7" fmla="*/ 0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451551" y="454026"/>
                </a:moveTo>
                <a:lnTo>
                  <a:pt x="451551" y="4568825"/>
                </a:lnTo>
                <a:lnTo>
                  <a:pt x="11729151" y="4568825"/>
                </a:lnTo>
                <a:lnTo>
                  <a:pt x="11729151" y="454026"/>
                </a:lnTo>
                <a:close/>
                <a:moveTo>
                  <a:pt x="0" y="0"/>
                </a:moveTo>
                <a:lnTo>
                  <a:pt x="12186352" y="0"/>
                </a:lnTo>
                <a:lnTo>
                  <a:pt x="12186352" y="6854823"/>
                </a:lnTo>
                <a:lnTo>
                  <a:pt x="0" y="6854823"/>
                </a:lnTo>
                <a:close/>
              </a:path>
            </a:pathLst>
          </a:cu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7200" y="5029201"/>
            <a:ext cx="3810000" cy="1371600"/>
          </a:xfrm>
          <a:prstGeom prst="rect">
            <a:avLst/>
          </a:prstGeom>
        </p:spPr>
        <p:txBody>
          <a:bodyPr anchor="t">
            <a:normAutofit/>
          </a:bodyPr>
          <a:lstStyle>
            <a:lvl1pP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7D5752D2-CCDE-DA48-AA88-B770548F7575}" type="datetime1">
              <a:rPr lang="en-US" smtClean="0"/>
              <a:t>5/10/2026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9" name="Picture Placeholder 10">
            <a:extLst>
              <a:ext uri="{FF2B5EF4-FFF2-40B4-BE49-F238E27FC236}">
                <a16:creationId xmlns:a16="http://schemas.microsoft.com/office/drawing/2014/main" id="{4D0830D9-CC27-C2C3-C727-D0E6E595B28C}"/>
              </a:ext>
            </a:extLst>
          </p:cNvPr>
          <p:cNvSpPr>
            <a:spLocks noGrp="1"/>
          </p:cNvSpPr>
          <p:nvPr>
            <p:ph type="pic" sz="quarter" idx="13" hasCustomPrompt="1"/>
          </p:nvPr>
        </p:nvSpPr>
        <p:spPr>
          <a:xfrm>
            <a:off x="457200" y="457200"/>
            <a:ext cx="11277600" cy="4114799"/>
          </a:xfrm>
          <a:blipFill dpi="0" rotWithShape="1">
            <a:blip r:embed="rId3" cstate="email">
              <a:alphaModFix amt="60000"/>
              <a:extLst>
                <a:ext uri="{28A0092B-C50C-407E-A947-70E740481C1C}">
                  <a14:useLocalDpi xmlns:a14="http://schemas.microsoft.com/office/drawing/2010/main"/>
                </a:ext>
              </a:extLst>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718751" y="5029200"/>
            <a:ext cx="7016048" cy="1371600"/>
          </a:xfrm>
        </p:spPr>
        <p:txBody>
          <a:bodyPr vert="horz" lIns="91440" tIns="45720" rIns="91440" bIns="45720" rtlCol="0">
            <a:normAutofit/>
          </a:bodyPr>
          <a:lstStyle>
            <a:lvl1pPr marL="0" indent="0">
              <a:lnSpc>
                <a:spcPct val="100000"/>
              </a:lnSpc>
              <a:spcBef>
                <a:spcPts val="0"/>
              </a:spcBef>
              <a:buNone/>
              <a:defRPr lang="en-US" dirty="0"/>
            </a:lvl1pPr>
            <a:lvl2pPr marL="228600" indent="0">
              <a:lnSpc>
                <a:spcPct val="100000"/>
              </a:lnSpc>
              <a:spcBef>
                <a:spcPts val="0"/>
              </a:spcBef>
              <a:buNone/>
              <a:defRPr lang="en-US" dirty="0"/>
            </a:lvl2pPr>
            <a:lvl3pPr marL="457200" indent="0">
              <a:lnSpc>
                <a:spcPct val="100000"/>
              </a:lnSpc>
              <a:spcBef>
                <a:spcPts val="0"/>
              </a:spcBef>
              <a:buNone/>
              <a:defRPr lang="en-US" dirty="0"/>
            </a:lvl3pPr>
            <a:lvl4pPr marL="685800" indent="0">
              <a:lnSpc>
                <a:spcPct val="100000"/>
              </a:lnSpc>
              <a:spcBef>
                <a:spcPts val="0"/>
              </a:spcBef>
              <a:buNone/>
              <a:defRPr lang="en-US" dirty="0"/>
            </a:lvl4pPr>
            <a:lvl5pPr marL="914400" indent="0">
              <a:lnSpc>
                <a:spcPct val="100000"/>
              </a:lnSpc>
              <a:spcBef>
                <a:spcPts val="0"/>
              </a:spcBef>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094090748"/>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CB3BA5-C3CC-30C6-920A-AFE4D14AF261}"/>
              </a:ext>
            </a:extLst>
          </p:cNvPr>
          <p:cNvPicPr/>
          <p:nvPr userDrawn="1"/>
        </p:nvPicPr>
        <p:blipFill>
          <a:blip r:embed="rId2">
            <a:extLst>
              <a:ext uri="{28A0092B-C50C-407E-A947-70E740481C1C}">
                <a14:useLocalDpi xmlns:a14="http://schemas.microsoft.com/office/drawing/2010/main" val="0"/>
              </a:ext>
            </a:extLst>
          </a:blip>
          <a:srcRect/>
          <a:stretch/>
        </p:blipFill>
        <p:spPr>
          <a:xfrm flipH="1">
            <a:off x="5648" y="3177"/>
            <a:ext cx="12186352" cy="6854823"/>
          </a:xfrm>
          <a:custGeom>
            <a:avLst/>
            <a:gdLst>
              <a:gd name="csX0" fmla="*/ 12186352 w 12186352"/>
              <a:gd name="csY0" fmla="*/ 0 h 6854823"/>
              <a:gd name="csX1" fmla="*/ 0 w 12186352"/>
              <a:gd name="csY1" fmla="*/ 0 h 6854823"/>
              <a:gd name="csX2" fmla="*/ 0 w 12186352"/>
              <a:gd name="csY2" fmla="*/ 6854823 h 6854823"/>
              <a:gd name="csX3" fmla="*/ 12186352 w 12186352"/>
              <a:gd name="csY3" fmla="*/ 6854823 h 6854823"/>
              <a:gd name="csX4" fmla="*/ 12186352 w 12186352"/>
              <a:gd name="csY4" fmla="*/ 6397623 h 6854823"/>
              <a:gd name="csX5" fmla="*/ 4761059 w 12186352"/>
              <a:gd name="csY5" fmla="*/ 6397623 h 6854823"/>
              <a:gd name="csX6" fmla="*/ 4761059 w 12186352"/>
              <a:gd name="csY6" fmla="*/ 454023 h 6854823"/>
              <a:gd name="csX7" fmla="*/ 12186352 w 12186352"/>
              <a:gd name="csY7" fmla="*/ 4540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12186352" y="0"/>
                </a:moveTo>
                <a:lnTo>
                  <a:pt x="0" y="0"/>
                </a:lnTo>
                <a:lnTo>
                  <a:pt x="0" y="6854823"/>
                </a:lnTo>
                <a:lnTo>
                  <a:pt x="12186352" y="6854823"/>
                </a:lnTo>
                <a:lnTo>
                  <a:pt x="12186352" y="6397623"/>
                </a:lnTo>
                <a:lnTo>
                  <a:pt x="4761059" y="6397623"/>
                </a:lnTo>
                <a:lnTo>
                  <a:pt x="4761059" y="454023"/>
                </a:lnTo>
                <a:lnTo>
                  <a:pt x="12186352" y="454023"/>
                </a:lnTo>
                <a:close/>
              </a:path>
            </a:pathLst>
          </a:custGeom>
        </p:spPr>
      </p:pic>
      <p:sp>
        <p:nvSpPr>
          <p:cNvPr id="3" name="Title 1">
            <a:extLst>
              <a:ext uri="{FF2B5EF4-FFF2-40B4-BE49-F238E27FC236}">
                <a16:creationId xmlns:a16="http://schemas.microsoft.com/office/drawing/2014/main" id="{1B804614-19A7-C141-7231-844689471208}"/>
              </a:ext>
            </a:extLst>
          </p:cNvPr>
          <p:cNvSpPr>
            <a:spLocks noGrp="1"/>
          </p:cNvSpPr>
          <p:nvPr>
            <p:ph type="title"/>
          </p:nvPr>
        </p:nvSpPr>
        <p:spPr>
          <a:xfrm>
            <a:off x="7890964" y="457200"/>
            <a:ext cx="3843837" cy="1710063"/>
          </a:xfrm>
          <a:prstGeom prst="rect">
            <a:avLst/>
          </a:prstGeom>
        </p:spPr>
        <p:txBody>
          <a:bodyPr anchor="b">
            <a:normAutofit/>
          </a:bodyPr>
          <a:lstStyle>
            <a:lvl1pPr>
              <a:defRPr sz="3600"/>
            </a:lvl1pPr>
          </a:lstStyle>
          <a:p>
            <a:r>
              <a:rPr lang="en-US" dirty="0"/>
              <a:t>Click to edit Master title style</a:t>
            </a:r>
          </a:p>
        </p:txBody>
      </p:sp>
      <p:sp>
        <p:nvSpPr>
          <p:cNvPr id="7" name="Date Placeholder 3">
            <a:extLst>
              <a:ext uri="{FF2B5EF4-FFF2-40B4-BE49-F238E27FC236}">
                <a16:creationId xmlns:a16="http://schemas.microsoft.com/office/drawing/2014/main" id="{30915B74-DE73-85C6-5754-84F12F96E928}"/>
              </a:ext>
            </a:extLst>
          </p:cNvPr>
          <p:cNvSpPr>
            <a:spLocks noGrp="1"/>
          </p:cNvSpPr>
          <p:nvPr>
            <p:ph type="dt" sz="half" idx="15"/>
          </p:nvPr>
        </p:nvSpPr>
        <p:spPr>
          <a:xfrm>
            <a:off x="76200" y="76200"/>
            <a:ext cx="1295401" cy="381000"/>
          </a:xfrm>
        </p:spPr>
        <p:txBody>
          <a:bodyPr/>
          <a:lstStyle/>
          <a:p>
            <a:fld id="{2E2458BC-FE32-0A45-9DD7-ED7D64447D19}" type="datetime1">
              <a:rPr lang="en-US" smtClean="0"/>
              <a:t>5/10/2026</a:t>
            </a:fld>
            <a:endParaRPr lang="en-US" dirty="0"/>
          </a:p>
        </p:txBody>
      </p:sp>
      <p:sp>
        <p:nvSpPr>
          <p:cNvPr id="6" name="Footer Placeholder 8">
            <a:extLst>
              <a:ext uri="{FF2B5EF4-FFF2-40B4-BE49-F238E27FC236}">
                <a16:creationId xmlns:a16="http://schemas.microsoft.com/office/drawing/2014/main" id="{AF0EABC9-86BA-DDCF-A091-AB6C3E9C93F9}"/>
              </a:ext>
            </a:extLst>
          </p:cNvPr>
          <p:cNvSpPr>
            <a:spLocks noGrp="1"/>
          </p:cNvSpPr>
          <p:nvPr>
            <p:ph type="ftr" sz="quarter" idx="16"/>
          </p:nvPr>
        </p:nvSpPr>
        <p:spPr>
          <a:xfrm>
            <a:off x="6096000" y="76200"/>
            <a:ext cx="6019800" cy="384048"/>
          </a:xfrm>
        </p:spPr>
        <p:txBody>
          <a:bodyPr/>
          <a:lstStyle/>
          <a:p>
            <a:r>
              <a:rPr lang="en-US" dirty="0"/>
              <a:t>Sample Footer Text</a:t>
            </a:r>
          </a:p>
        </p:txBody>
      </p:sp>
      <p:sp>
        <p:nvSpPr>
          <p:cNvPr id="4" name="Picture Placeholder 10">
            <a:extLst>
              <a:ext uri="{FF2B5EF4-FFF2-40B4-BE49-F238E27FC236}">
                <a16:creationId xmlns:a16="http://schemas.microsoft.com/office/drawing/2014/main" id="{B4F324D2-4F52-DFB7-CF7C-C3182974B46A}"/>
              </a:ext>
            </a:extLst>
          </p:cNvPr>
          <p:cNvSpPr>
            <a:spLocks noGrp="1"/>
          </p:cNvSpPr>
          <p:nvPr>
            <p:ph type="pic" sz="quarter" idx="13" hasCustomPrompt="1"/>
          </p:nvPr>
        </p:nvSpPr>
        <p:spPr>
          <a:xfrm>
            <a:off x="1" y="457200"/>
            <a:ext cx="7430940" cy="5943600"/>
          </a:xfrm>
          <a:blipFill>
            <a:blip r:embed="rId3"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5" name="Content Placeholder 7">
            <a:extLst>
              <a:ext uri="{FF2B5EF4-FFF2-40B4-BE49-F238E27FC236}">
                <a16:creationId xmlns:a16="http://schemas.microsoft.com/office/drawing/2014/main" id="{C8445A35-FB03-D828-D87E-A268F3E1E0A3}"/>
              </a:ext>
            </a:extLst>
          </p:cNvPr>
          <p:cNvSpPr>
            <a:spLocks noGrp="1"/>
          </p:cNvSpPr>
          <p:nvPr>
            <p:ph sz="quarter" idx="14"/>
          </p:nvPr>
        </p:nvSpPr>
        <p:spPr>
          <a:xfrm>
            <a:off x="7890964" y="2624462"/>
            <a:ext cx="3843837" cy="3776337"/>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lide Number Placeholder 9">
            <a:extLst>
              <a:ext uri="{FF2B5EF4-FFF2-40B4-BE49-F238E27FC236}">
                <a16:creationId xmlns:a16="http://schemas.microsoft.com/office/drawing/2014/main" id="{C5C69391-C5F6-E4C0-A8D2-D378757ACC43}"/>
              </a:ext>
            </a:extLst>
          </p:cNvPr>
          <p:cNvSpPr>
            <a:spLocks noGrp="1"/>
          </p:cNvSpPr>
          <p:nvPr>
            <p:ph type="sldNum" sz="quarter" idx="17"/>
          </p:nvPr>
        </p:nvSpPr>
        <p:spPr>
          <a:xfrm>
            <a:off x="10820400" y="6400800"/>
            <a:ext cx="1295399"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966082215"/>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4">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78C312-FD23-D608-5B72-5DB439895604}"/>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0 w 12186352"/>
              <a:gd name="csY0" fmla="*/ 0 h 6854823"/>
              <a:gd name="csX1" fmla="*/ 12186352 w 12186352"/>
              <a:gd name="csY1" fmla="*/ 0 h 6854823"/>
              <a:gd name="csX2" fmla="*/ 12186352 w 12186352"/>
              <a:gd name="csY2" fmla="*/ 454026 h 6854823"/>
              <a:gd name="csX3" fmla="*/ 4755412 w 12186352"/>
              <a:gd name="csY3" fmla="*/ 454026 h 6854823"/>
              <a:gd name="csX4" fmla="*/ 4755412 w 12186352"/>
              <a:gd name="csY4" fmla="*/ 6397626 h 6854823"/>
              <a:gd name="csX5" fmla="*/ 12186352 w 12186352"/>
              <a:gd name="csY5" fmla="*/ 6397626 h 6854823"/>
              <a:gd name="csX6" fmla="*/ 12186352 w 12186352"/>
              <a:gd name="csY6" fmla="*/ 6854823 h 6854823"/>
              <a:gd name="csX7" fmla="*/ 0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0" y="0"/>
                </a:moveTo>
                <a:lnTo>
                  <a:pt x="12186352" y="0"/>
                </a:lnTo>
                <a:lnTo>
                  <a:pt x="12186352" y="454026"/>
                </a:lnTo>
                <a:lnTo>
                  <a:pt x="4755412" y="454026"/>
                </a:lnTo>
                <a:lnTo>
                  <a:pt x="4755412" y="6397626"/>
                </a:lnTo>
                <a:lnTo>
                  <a:pt x="12186352" y="6397626"/>
                </a:lnTo>
                <a:lnTo>
                  <a:pt x="12186352" y="6854823"/>
                </a:lnTo>
                <a:lnTo>
                  <a:pt x="0" y="6854823"/>
                </a:lnTo>
                <a:close/>
              </a:path>
            </a:pathLst>
          </a:cu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7200" y="457200"/>
            <a:ext cx="3813714" cy="1710064"/>
          </a:xfrm>
          <a:prstGeom prst="rect">
            <a:avLst/>
          </a:prstGeom>
        </p:spPr>
        <p:txBody>
          <a:bodyPr anchor="b">
            <a:normAutofit/>
          </a:bodyPr>
          <a:lstStyle>
            <a:lvl1pPr>
              <a:defRPr sz="3600"/>
            </a:lvl1pPr>
          </a:lstStyle>
          <a:p>
            <a:r>
              <a:rPr lang="en-US" dirty="0"/>
              <a:t>Click to edit Master title style</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76200" y="76201"/>
            <a:ext cx="1295400" cy="381000"/>
          </a:xfrm>
        </p:spPr>
        <p:txBody>
          <a:bodyPr/>
          <a:lstStyle/>
          <a:p>
            <a:fld id="{1233975F-0E53-0840-98CD-E03B319E6BC3}" type="datetime1">
              <a:rPr lang="en-US" smtClean="0"/>
              <a:t>5/10/2026</a:t>
            </a:fld>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096000" y="76201"/>
            <a:ext cx="6019799" cy="381000"/>
          </a:xfrm>
        </p:spPr>
        <p:txBody>
          <a:bodyPr/>
          <a:lstStyle/>
          <a:p>
            <a:r>
              <a:rPr lang="en-US" dirty="0"/>
              <a:t>Sample Footer Text</a:t>
            </a:r>
          </a:p>
        </p:txBody>
      </p:sp>
      <p:sp>
        <p:nvSpPr>
          <p:cNvPr id="6" name="Content Placeholder 7">
            <a:extLst>
              <a:ext uri="{FF2B5EF4-FFF2-40B4-BE49-F238E27FC236}">
                <a16:creationId xmlns:a16="http://schemas.microsoft.com/office/drawing/2014/main" id="{C04AEB09-C22F-E34F-DEF8-A875003EEE36}"/>
              </a:ext>
            </a:extLst>
          </p:cNvPr>
          <p:cNvSpPr>
            <a:spLocks noGrp="1"/>
          </p:cNvSpPr>
          <p:nvPr>
            <p:ph sz="quarter" idx="18"/>
          </p:nvPr>
        </p:nvSpPr>
        <p:spPr>
          <a:xfrm>
            <a:off x="457201" y="2621290"/>
            <a:ext cx="3813714" cy="3779510"/>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Picture Placeholder 10">
            <a:extLst>
              <a:ext uri="{FF2B5EF4-FFF2-40B4-BE49-F238E27FC236}">
                <a16:creationId xmlns:a16="http://schemas.microsoft.com/office/drawing/2014/main" id="{B255439D-9DD5-19F0-DFF1-101A9899DFC7}"/>
              </a:ext>
            </a:extLst>
          </p:cNvPr>
          <p:cNvSpPr>
            <a:spLocks noGrp="1"/>
          </p:cNvSpPr>
          <p:nvPr>
            <p:ph type="pic" sz="quarter" idx="13" hasCustomPrompt="1"/>
          </p:nvPr>
        </p:nvSpPr>
        <p:spPr>
          <a:xfrm>
            <a:off x="4761061" y="457200"/>
            <a:ext cx="7430940" cy="5943600"/>
          </a:xfrm>
          <a:blipFill>
            <a:blip r:embed="rId3"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0820400" y="6400800"/>
            <a:ext cx="1295400"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4073707595"/>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5DD87899-462F-D06B-5D64-3ED065B39543}"/>
              </a:ext>
            </a:extLst>
          </p:cNvPr>
          <p:cNvSpPr>
            <a:spLocks noGrp="1"/>
          </p:cNvSpPr>
          <p:nvPr>
            <p:ph type="title"/>
          </p:nvPr>
        </p:nvSpPr>
        <p:spPr>
          <a:xfrm>
            <a:off x="6999060" y="457200"/>
            <a:ext cx="4735740" cy="1306009"/>
          </a:xfrm>
          <a:prstGeom prst="rect">
            <a:avLst/>
          </a:prstGeom>
        </p:spPr>
        <p:txBody>
          <a:bodyPr anchor="b"/>
          <a:lstStyle/>
          <a:p>
            <a:r>
              <a:rPr lang="en-US" dirty="0"/>
              <a:t>Click to edit Master title style</a:t>
            </a:r>
          </a:p>
        </p:txBody>
      </p:sp>
      <p:sp>
        <p:nvSpPr>
          <p:cNvPr id="4" name="Date Placeholder 4">
            <a:extLst>
              <a:ext uri="{FF2B5EF4-FFF2-40B4-BE49-F238E27FC236}">
                <a16:creationId xmlns:a16="http://schemas.microsoft.com/office/drawing/2014/main" id="{634F943B-FBB0-AD70-5392-FF1249A8D95F}"/>
              </a:ext>
            </a:extLst>
          </p:cNvPr>
          <p:cNvSpPr>
            <a:spLocks noGrp="1"/>
          </p:cNvSpPr>
          <p:nvPr>
            <p:ph type="dt" sz="half" idx="10"/>
          </p:nvPr>
        </p:nvSpPr>
        <p:spPr>
          <a:xfrm>
            <a:off x="76201" y="76201"/>
            <a:ext cx="1295400" cy="380999"/>
          </a:xfrm>
        </p:spPr>
        <p:txBody>
          <a:bodyPr/>
          <a:lstStyle/>
          <a:p>
            <a:fld id="{D0CA20AB-D25D-704E-83C3-6B013E02E645}" type="datetime1">
              <a:rPr lang="en-US" smtClean="0"/>
              <a:t>5/10/2026</a:t>
            </a:fld>
            <a:endParaRPr lang="en-US" dirty="0"/>
          </a:p>
        </p:txBody>
      </p:sp>
      <p:sp>
        <p:nvSpPr>
          <p:cNvPr id="9" name="Footer Placeholder 5">
            <a:extLst>
              <a:ext uri="{FF2B5EF4-FFF2-40B4-BE49-F238E27FC236}">
                <a16:creationId xmlns:a16="http://schemas.microsoft.com/office/drawing/2014/main" id="{53A7B337-CA3D-E1B0-7039-CA1FCFDEEFF1}"/>
              </a:ext>
            </a:extLst>
          </p:cNvPr>
          <p:cNvSpPr>
            <a:spLocks noGrp="1"/>
          </p:cNvSpPr>
          <p:nvPr>
            <p:ph type="ftr" sz="quarter" idx="11"/>
          </p:nvPr>
        </p:nvSpPr>
        <p:spPr>
          <a:xfrm>
            <a:off x="6096000" y="76201"/>
            <a:ext cx="6019799" cy="380999"/>
          </a:xfrm>
        </p:spPr>
        <p:txBody>
          <a:bodyPr/>
          <a:lstStyle>
            <a:lvl1pPr>
              <a:defRPr>
                <a:solidFill>
                  <a:schemeClr val="tx1"/>
                </a:solidFill>
                <a:effectLst/>
              </a:defRPr>
            </a:lvl1pPr>
          </a:lstStyle>
          <a:p>
            <a:r>
              <a:rPr lang="en-US" dirty="0"/>
              <a:t>Sample Footer Text</a:t>
            </a:r>
          </a:p>
        </p:txBody>
      </p:sp>
      <p:sp>
        <p:nvSpPr>
          <p:cNvPr id="6" name="Picture Placeholder 10">
            <a:extLst>
              <a:ext uri="{FF2B5EF4-FFF2-40B4-BE49-F238E27FC236}">
                <a16:creationId xmlns:a16="http://schemas.microsoft.com/office/drawing/2014/main" id="{805F337F-4512-E680-8F5A-95C181282643}"/>
              </a:ext>
            </a:extLst>
          </p:cNvPr>
          <p:cNvSpPr>
            <a:spLocks noGrp="1"/>
          </p:cNvSpPr>
          <p:nvPr>
            <p:ph type="pic" sz="quarter" idx="13" hasCustomPrompt="1"/>
          </p:nvPr>
        </p:nvSpPr>
        <p:spPr>
          <a:xfrm>
            <a:off x="1" y="457200"/>
            <a:ext cx="6492240" cy="5943600"/>
          </a:xfrm>
          <a:blipFill>
            <a:blip r:embed="rId2"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3" name="Content Placeholder 7">
            <a:extLst>
              <a:ext uri="{FF2B5EF4-FFF2-40B4-BE49-F238E27FC236}">
                <a16:creationId xmlns:a16="http://schemas.microsoft.com/office/drawing/2014/main" id="{C68F33D8-4565-CA0E-DF2E-27FBE006F917}"/>
              </a:ext>
            </a:extLst>
          </p:cNvPr>
          <p:cNvSpPr>
            <a:spLocks noGrp="1"/>
          </p:cNvSpPr>
          <p:nvPr>
            <p:ph sz="quarter" idx="14"/>
          </p:nvPr>
        </p:nvSpPr>
        <p:spPr>
          <a:xfrm>
            <a:off x="6999060" y="2209800"/>
            <a:ext cx="4735740" cy="4191000"/>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6">
            <a:extLst>
              <a:ext uri="{FF2B5EF4-FFF2-40B4-BE49-F238E27FC236}">
                <a16:creationId xmlns:a16="http://schemas.microsoft.com/office/drawing/2014/main" id="{A52E7D2F-742D-CB2D-2766-5AF678F3B879}"/>
              </a:ext>
            </a:extLst>
          </p:cNvPr>
          <p:cNvSpPr>
            <a:spLocks noGrp="1"/>
          </p:cNvSpPr>
          <p:nvPr>
            <p:ph type="sldNum" sz="quarter" idx="12"/>
          </p:nvPr>
        </p:nvSpPr>
        <p:spPr>
          <a:xfrm>
            <a:off x="10820399" y="6400800"/>
            <a:ext cx="1295399" cy="381000"/>
          </a:xfrm>
        </p:spPr>
        <p:txBody>
          <a:bodyPr/>
          <a:lstStyle>
            <a:lvl1pPr>
              <a:defRPr>
                <a:solidFill>
                  <a:schemeClr val="tx1"/>
                </a:solidFill>
                <a:effectLst/>
              </a:defRPr>
            </a:lvl1pPr>
          </a:lstStyle>
          <a:p>
            <a:fld id="{AEAA3239-9EA4-4A65-A281-97F994456D9F}" type="slidenum">
              <a:rPr lang="en-US" smtClean="0"/>
              <a:t>‹#›</a:t>
            </a:fld>
            <a:endParaRPr lang="en-US" dirty="0"/>
          </a:p>
        </p:txBody>
      </p:sp>
    </p:spTree>
    <p:extLst>
      <p:ext uri="{BB962C8B-B14F-4D97-AF65-F5344CB8AC3E}">
        <p14:creationId xmlns:p14="http://schemas.microsoft.com/office/powerpoint/2010/main" val="4069786902"/>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E2693257-E100-0525-B4C7-8CA75053567B}"/>
              </a:ext>
            </a:extLst>
          </p:cNvPr>
          <p:cNvSpPr>
            <a:spLocks noGrp="1"/>
          </p:cNvSpPr>
          <p:nvPr>
            <p:ph type="title"/>
          </p:nvPr>
        </p:nvSpPr>
        <p:spPr>
          <a:xfrm>
            <a:off x="445860" y="457200"/>
            <a:ext cx="4796699" cy="1306009"/>
          </a:xfrm>
          <a:prstGeom prst="rect">
            <a:avLst/>
          </a:prstGeom>
        </p:spPr>
        <p:txBody>
          <a:bodyPr anchor="b"/>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6200" y="76201"/>
            <a:ext cx="1295401" cy="380999"/>
          </a:xfrm>
        </p:spPr>
        <p:txBody>
          <a:bodyPr/>
          <a:lstStyle/>
          <a:p>
            <a:fld id="{B31F77D0-31D8-5446-A1F3-FE6147C324EC}" type="datetime1">
              <a:rPr lang="en-US" smtClean="0"/>
              <a:t>5/10/2026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0" y="76202"/>
            <a:ext cx="6019800" cy="380998"/>
          </a:xfrm>
        </p:spPr>
        <p:txBody>
          <a:bodyPr/>
          <a:lstStyle>
            <a:lvl1pPr>
              <a:defRPr>
                <a:solidFill>
                  <a:schemeClr val="tx1"/>
                </a:solidFill>
                <a:effectLst/>
              </a:defRPr>
            </a:lvl1pPr>
          </a:lstStyle>
          <a:p>
            <a:r>
              <a:rPr lang="en-US" dirty="0"/>
              <a:t>Sample Footer Text</a:t>
            </a:r>
          </a:p>
        </p:txBody>
      </p:sp>
      <p:sp>
        <p:nvSpPr>
          <p:cNvPr id="4" name="Content Placeholder 7">
            <a:extLst>
              <a:ext uri="{FF2B5EF4-FFF2-40B4-BE49-F238E27FC236}">
                <a16:creationId xmlns:a16="http://schemas.microsoft.com/office/drawing/2014/main" id="{EAC9A1BA-A83A-E476-1A91-3DB0B544DF34}"/>
              </a:ext>
            </a:extLst>
          </p:cNvPr>
          <p:cNvSpPr>
            <a:spLocks noGrp="1"/>
          </p:cNvSpPr>
          <p:nvPr>
            <p:ph sz="quarter" idx="14"/>
          </p:nvPr>
        </p:nvSpPr>
        <p:spPr>
          <a:xfrm>
            <a:off x="484835" y="2209800"/>
            <a:ext cx="4735740" cy="4191000"/>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0">
            <a:extLst>
              <a:ext uri="{FF2B5EF4-FFF2-40B4-BE49-F238E27FC236}">
                <a16:creationId xmlns:a16="http://schemas.microsoft.com/office/drawing/2014/main" id="{A90998F5-C9FB-EC52-B802-B62AA63E4263}"/>
              </a:ext>
            </a:extLst>
          </p:cNvPr>
          <p:cNvSpPr>
            <a:spLocks noGrp="1"/>
          </p:cNvSpPr>
          <p:nvPr>
            <p:ph type="pic" sz="quarter" idx="13" hasCustomPrompt="1"/>
          </p:nvPr>
        </p:nvSpPr>
        <p:spPr>
          <a:xfrm>
            <a:off x="5699761" y="457200"/>
            <a:ext cx="6492240" cy="5943600"/>
          </a:xfrm>
          <a:blipFill>
            <a:blip r:embed="rId2"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820400" y="6400800"/>
            <a:ext cx="1295400" cy="381000"/>
          </a:xfrm>
        </p:spPr>
        <p:txBody>
          <a:bodyPr/>
          <a:lstStyle>
            <a:lvl1pPr>
              <a:defRPr>
                <a:solidFill>
                  <a:schemeClr val="tx1"/>
                </a:solidFill>
                <a:effectLst/>
              </a:defRPr>
            </a:lvl1pPr>
          </a:lstStyle>
          <a:p>
            <a:fld id="{AEAA3239-9EA4-4A65-A281-97F994456D9F}" type="slidenum">
              <a:rPr lang="en-US" smtClean="0"/>
              <a:t>‹#›</a:t>
            </a:fld>
            <a:endParaRPr lang="en-US" dirty="0"/>
          </a:p>
        </p:txBody>
      </p:sp>
    </p:spTree>
    <p:extLst>
      <p:ext uri="{BB962C8B-B14F-4D97-AF65-F5344CB8AC3E}">
        <p14:creationId xmlns:p14="http://schemas.microsoft.com/office/powerpoint/2010/main" val="3960601380"/>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7">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E46F2B-72CE-C947-0021-F34244B43444}"/>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451551 w 12186352"/>
              <a:gd name="csY0" fmla="*/ 454026 h 6854823"/>
              <a:gd name="csX1" fmla="*/ 451551 w 12186352"/>
              <a:gd name="csY1" fmla="*/ 3654426 h 6854823"/>
              <a:gd name="csX2" fmla="*/ 11729151 w 12186352"/>
              <a:gd name="csY2" fmla="*/ 3654426 h 6854823"/>
              <a:gd name="csX3" fmla="*/ 11729151 w 12186352"/>
              <a:gd name="csY3" fmla="*/ 454026 h 6854823"/>
              <a:gd name="csX4" fmla="*/ 0 w 12186352"/>
              <a:gd name="csY4" fmla="*/ 0 h 6854823"/>
              <a:gd name="csX5" fmla="*/ 12186352 w 12186352"/>
              <a:gd name="csY5" fmla="*/ 0 h 6854823"/>
              <a:gd name="csX6" fmla="*/ 12186352 w 12186352"/>
              <a:gd name="csY6" fmla="*/ 6854823 h 6854823"/>
              <a:gd name="csX7" fmla="*/ 0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451551" y="454026"/>
                </a:moveTo>
                <a:lnTo>
                  <a:pt x="451551" y="3654426"/>
                </a:lnTo>
                <a:lnTo>
                  <a:pt x="11729151" y="3654426"/>
                </a:lnTo>
                <a:lnTo>
                  <a:pt x="11729151" y="454026"/>
                </a:lnTo>
                <a:close/>
                <a:moveTo>
                  <a:pt x="0" y="0"/>
                </a:moveTo>
                <a:lnTo>
                  <a:pt x="12186352" y="0"/>
                </a:lnTo>
                <a:lnTo>
                  <a:pt x="12186352" y="6854823"/>
                </a:lnTo>
                <a:lnTo>
                  <a:pt x="0" y="6854823"/>
                </a:lnTo>
                <a:close/>
              </a:path>
            </a:pathLst>
          </a:cu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7199" y="4111624"/>
            <a:ext cx="3219343" cy="2289175"/>
          </a:xfrm>
          <a:prstGeom prst="rect">
            <a:avLst/>
          </a:prstGeom>
        </p:spPr>
        <p:txBody>
          <a:bodyPr anchor="t">
            <a:normAutofit/>
          </a:bodyPr>
          <a:lstStyle>
            <a:lvl1pP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2005CF00-6C05-B849-B141-54CC9A394B3C}" type="datetime1">
              <a:rPr lang="en-US" smtClean="0"/>
              <a:t>5/10/2026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endParaRPr lang="en-US" dirty="0"/>
          </a:p>
        </p:txBody>
      </p:sp>
      <p:sp>
        <p:nvSpPr>
          <p:cNvPr id="9" name="Picture Placeholder 10">
            <a:extLst>
              <a:ext uri="{FF2B5EF4-FFF2-40B4-BE49-F238E27FC236}">
                <a16:creationId xmlns:a16="http://schemas.microsoft.com/office/drawing/2014/main" id="{5CCD5774-AB2C-F489-2BCD-75A5731FA857}"/>
              </a:ext>
            </a:extLst>
          </p:cNvPr>
          <p:cNvSpPr>
            <a:spLocks noGrp="1"/>
          </p:cNvSpPr>
          <p:nvPr>
            <p:ph type="pic" sz="quarter" idx="13" hasCustomPrompt="1"/>
          </p:nvPr>
        </p:nvSpPr>
        <p:spPr>
          <a:xfrm>
            <a:off x="457200" y="457200"/>
            <a:ext cx="11277600" cy="3200400"/>
          </a:xfrm>
          <a:blipFill>
            <a:blip r:embed="rId3"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28092" y="4111624"/>
            <a:ext cx="7606708" cy="2289176"/>
          </a:xfrm>
        </p:spPr>
        <p:txBody>
          <a:bodyPr vert="horz" lIns="91440" tIns="45720" rIns="91440" bIns="45720" rtlCol="0">
            <a:normAutofit/>
          </a:bodyPr>
          <a:lstStyle>
            <a:lvl1pPr marL="0" indent="0">
              <a:buNone/>
              <a:defRPr lang="en-US" b="0"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882832689"/>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64D3EA0-3FE9-3CAB-830E-268B27509F72}"/>
              </a:ext>
            </a:extLst>
          </p:cNvPr>
          <p:cNvPicPr/>
          <p:nvPr userDrawn="1"/>
        </p:nvPicPr>
        <p:blipFill>
          <a:blip r:embed="rId2">
            <a:extLst>
              <a:ext uri="{28A0092B-C50C-407E-A947-70E740481C1C}">
                <a14:useLocalDpi xmlns:a14="http://schemas.microsoft.com/office/drawing/2010/main" val="0"/>
              </a:ext>
            </a:extLst>
          </a:blip>
          <a:srcRect/>
          <a:stretch/>
        </p:blipFill>
        <p:spPr>
          <a:xfrm flipV="1">
            <a:off x="5649" y="3174"/>
            <a:ext cx="12186352" cy="6854823"/>
          </a:xfrm>
          <a:custGeom>
            <a:avLst/>
            <a:gdLst>
              <a:gd name="csX0" fmla="*/ 451551 w 12186352"/>
              <a:gd name="csY0" fmla="*/ 3638875 h 6854823"/>
              <a:gd name="csX1" fmla="*/ 451551 w 12186352"/>
              <a:gd name="csY1" fmla="*/ 438477 h 6854823"/>
              <a:gd name="csX2" fmla="*/ 11729151 w 12186352"/>
              <a:gd name="csY2" fmla="*/ 438477 h 6854823"/>
              <a:gd name="csX3" fmla="*/ 11729151 w 12186352"/>
              <a:gd name="csY3" fmla="*/ 3638875 h 6854823"/>
              <a:gd name="csX4" fmla="*/ 0 w 12186352"/>
              <a:gd name="csY4" fmla="*/ 6854823 h 6854823"/>
              <a:gd name="csX5" fmla="*/ 12186352 w 12186352"/>
              <a:gd name="csY5" fmla="*/ 6854823 h 6854823"/>
              <a:gd name="csX6" fmla="*/ 12186352 w 12186352"/>
              <a:gd name="csY6" fmla="*/ 0 h 6854823"/>
              <a:gd name="csX7" fmla="*/ 0 w 12186352"/>
              <a:gd name="csY7" fmla="*/ 0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451551" y="3638875"/>
                </a:moveTo>
                <a:lnTo>
                  <a:pt x="451551" y="438477"/>
                </a:lnTo>
                <a:lnTo>
                  <a:pt x="11729151" y="438477"/>
                </a:lnTo>
                <a:lnTo>
                  <a:pt x="11729151" y="3638875"/>
                </a:lnTo>
                <a:close/>
                <a:moveTo>
                  <a:pt x="0" y="6854823"/>
                </a:moveTo>
                <a:lnTo>
                  <a:pt x="12186352" y="6854823"/>
                </a:lnTo>
                <a:lnTo>
                  <a:pt x="12186352" y="0"/>
                </a:lnTo>
                <a:lnTo>
                  <a:pt x="0" y="0"/>
                </a:lnTo>
                <a:close/>
              </a:path>
            </a:pathLst>
          </a:cu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7200" y="457200"/>
            <a:ext cx="3200400" cy="2307896"/>
          </a:xfrm>
          <a:prstGeom prst="rect">
            <a:avLst/>
          </a:prstGeom>
        </p:spPr>
        <p:txBody>
          <a:bodyPr anchor="t">
            <a:normAutofit/>
          </a:bodyPr>
          <a:lstStyle>
            <a:lvl1pP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6201" y="76201"/>
            <a:ext cx="1295400" cy="381000"/>
          </a:xfrm>
        </p:spPr>
        <p:txBody>
          <a:bodyPr/>
          <a:lstStyle/>
          <a:p>
            <a:fld id="{66499679-3EA0-9342-AF62-C5FAA18B6EFA}" type="datetime1">
              <a:rPr lang="en-US" smtClean="0"/>
              <a:t>5/10/2026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0" y="76201"/>
            <a:ext cx="6019800" cy="381000"/>
          </a:xfrm>
        </p:spPr>
        <p:txBody>
          <a:bodyPr/>
          <a:lstStyle/>
          <a:p>
            <a:r>
              <a:rPr lang="en-US" dirty="0"/>
              <a:t>Sample Footer Text</a:t>
            </a:r>
          </a:p>
        </p:txBody>
      </p:sp>
      <p:sp>
        <p:nvSpPr>
          <p:cNvPr id="11" name="Content Placeholder 7">
            <a:extLst>
              <a:ext uri="{FF2B5EF4-FFF2-40B4-BE49-F238E27FC236}">
                <a16:creationId xmlns:a16="http://schemas.microsoft.com/office/drawing/2014/main" id="{FAF7E276-884D-AF00-1E18-715F56A8A905}"/>
              </a:ext>
            </a:extLst>
          </p:cNvPr>
          <p:cNvSpPr>
            <a:spLocks noGrp="1"/>
          </p:cNvSpPr>
          <p:nvPr>
            <p:ph sz="quarter" idx="15"/>
          </p:nvPr>
        </p:nvSpPr>
        <p:spPr>
          <a:xfrm>
            <a:off x="4122370" y="457200"/>
            <a:ext cx="7612430" cy="2307896"/>
          </a:xfrm>
        </p:spPr>
        <p:txBody>
          <a:bodyPr vert="horz" lIns="91440" tIns="45720" rIns="91440" bIns="45720" rtlCol="0">
            <a:normAutofit/>
          </a:bodyPr>
          <a:lstStyle>
            <a:lvl1pPr marL="0" indent="0">
              <a:buNone/>
              <a:defRPr lang="en-US" b="0"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0">
            <a:extLst>
              <a:ext uri="{FF2B5EF4-FFF2-40B4-BE49-F238E27FC236}">
                <a16:creationId xmlns:a16="http://schemas.microsoft.com/office/drawing/2014/main" id="{B1DE11C5-B5A8-F8F8-2A43-C0C95802637E}"/>
              </a:ext>
            </a:extLst>
          </p:cNvPr>
          <p:cNvSpPr>
            <a:spLocks noGrp="1"/>
          </p:cNvSpPr>
          <p:nvPr>
            <p:ph type="pic" sz="quarter" idx="13" hasCustomPrompt="1"/>
          </p:nvPr>
        </p:nvSpPr>
        <p:spPr>
          <a:xfrm>
            <a:off x="457200" y="3219122"/>
            <a:ext cx="11277600" cy="3200398"/>
          </a:xfrm>
          <a:blipFill>
            <a:blip r:embed="rId3"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820400" y="6400800"/>
            <a:ext cx="1295399"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553626205"/>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C268A4B-F698-5EDC-1790-BA10F89CD8F3}"/>
              </a:ext>
            </a:extLst>
          </p:cNvPr>
          <p:cNvPicPr/>
          <p:nvPr userDrawn="1"/>
        </p:nvPicPr>
        <p:blipFill>
          <a:blip r:embed="rId2">
            <a:extLst>
              <a:ext uri="{28A0092B-C50C-407E-A947-70E740481C1C}">
                <a14:useLocalDpi xmlns:a14="http://schemas.microsoft.com/office/drawing/2010/main" val="0"/>
              </a:ext>
            </a:extLst>
          </a:blip>
          <a:srcRect/>
          <a:stretch/>
        </p:blipFill>
        <p:spPr>
          <a:xfrm flipH="1">
            <a:off x="5649" y="3174"/>
            <a:ext cx="12186352" cy="6854823"/>
          </a:xfrm>
          <a:custGeom>
            <a:avLst/>
            <a:gdLst>
              <a:gd name="csX0" fmla="*/ 12186352 w 12186352"/>
              <a:gd name="csY0" fmla="*/ 0 h 6854823"/>
              <a:gd name="csX1" fmla="*/ 0 w 12186352"/>
              <a:gd name="csY1" fmla="*/ 0 h 6854823"/>
              <a:gd name="csX2" fmla="*/ 0 w 12186352"/>
              <a:gd name="csY2" fmla="*/ 6854823 h 6854823"/>
              <a:gd name="csX3" fmla="*/ 12186352 w 12186352"/>
              <a:gd name="csY3" fmla="*/ 6854823 h 6854823"/>
              <a:gd name="csX4" fmla="*/ 12186352 w 12186352"/>
              <a:gd name="csY4" fmla="*/ 6397626 h 6854823"/>
              <a:gd name="csX5" fmla="*/ 7467253 w 12186352"/>
              <a:gd name="csY5" fmla="*/ 6397626 h 6854823"/>
              <a:gd name="csX6" fmla="*/ 7467253 w 12186352"/>
              <a:gd name="csY6" fmla="*/ 454025 h 6854823"/>
              <a:gd name="csX7" fmla="*/ 12186352 w 12186352"/>
              <a:gd name="csY7" fmla="*/ 454025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12186352" y="0"/>
                </a:moveTo>
                <a:lnTo>
                  <a:pt x="0" y="0"/>
                </a:lnTo>
                <a:lnTo>
                  <a:pt x="0" y="6854823"/>
                </a:lnTo>
                <a:lnTo>
                  <a:pt x="12186352" y="6854823"/>
                </a:lnTo>
                <a:lnTo>
                  <a:pt x="12186352" y="6397626"/>
                </a:lnTo>
                <a:lnTo>
                  <a:pt x="7467253" y="6397626"/>
                </a:lnTo>
                <a:lnTo>
                  <a:pt x="7467253" y="454025"/>
                </a:lnTo>
                <a:lnTo>
                  <a:pt x="12186352" y="454025"/>
                </a:lnTo>
                <a:close/>
              </a:path>
            </a:pathLst>
          </a:custGeom>
        </p:spPr>
      </p:pic>
      <p:sp>
        <p:nvSpPr>
          <p:cNvPr id="12" name="Title 1">
            <a:extLst>
              <a:ext uri="{FF2B5EF4-FFF2-40B4-BE49-F238E27FC236}">
                <a16:creationId xmlns:a16="http://schemas.microsoft.com/office/drawing/2014/main" id="{93B9DEC9-1D26-F04D-4F91-7BE751BC626C}"/>
              </a:ext>
            </a:extLst>
          </p:cNvPr>
          <p:cNvSpPr>
            <a:spLocks noGrp="1"/>
          </p:cNvSpPr>
          <p:nvPr>
            <p:ph type="title"/>
          </p:nvPr>
        </p:nvSpPr>
        <p:spPr>
          <a:xfrm>
            <a:off x="5181949" y="457199"/>
            <a:ext cx="6552851" cy="1555845"/>
          </a:xfrm>
          <a:prstGeom prst="rect">
            <a:avLst/>
          </a:prstGeom>
        </p:spPr>
        <p:txBody>
          <a:bodyPr anchor="b"/>
          <a:lstStyle/>
          <a:p>
            <a:r>
              <a:rPr lang="en-US" dirty="0"/>
              <a:t>Click to edit Master title style</a:t>
            </a:r>
          </a:p>
        </p:txBody>
      </p:sp>
      <p:sp>
        <p:nvSpPr>
          <p:cNvPr id="7" name="Date Placeholder 8">
            <a:extLst>
              <a:ext uri="{FF2B5EF4-FFF2-40B4-BE49-F238E27FC236}">
                <a16:creationId xmlns:a16="http://schemas.microsoft.com/office/drawing/2014/main" id="{1E168D7B-B77A-72AC-AA72-64FBAA8D378C}"/>
              </a:ext>
            </a:extLst>
          </p:cNvPr>
          <p:cNvSpPr>
            <a:spLocks noGrp="1"/>
          </p:cNvSpPr>
          <p:nvPr>
            <p:ph type="dt" sz="half" idx="15"/>
          </p:nvPr>
        </p:nvSpPr>
        <p:spPr>
          <a:xfrm>
            <a:off x="76200" y="76201"/>
            <a:ext cx="1295400" cy="380998"/>
          </a:xfrm>
        </p:spPr>
        <p:txBody>
          <a:bodyPr/>
          <a:lstStyle/>
          <a:p>
            <a:fld id="{3C97155C-DE68-4440-8202-CC9478E27F07}" type="datetime1">
              <a:rPr lang="en-US" smtClean="0"/>
              <a:t>5/10/2026</a:t>
            </a:fld>
            <a:endParaRPr lang="en-US" dirty="0"/>
          </a:p>
        </p:txBody>
      </p:sp>
      <p:sp>
        <p:nvSpPr>
          <p:cNvPr id="6" name="Footer Placeholder 9">
            <a:extLst>
              <a:ext uri="{FF2B5EF4-FFF2-40B4-BE49-F238E27FC236}">
                <a16:creationId xmlns:a16="http://schemas.microsoft.com/office/drawing/2014/main" id="{4014B883-B832-AE53-6858-8E25B13C5BC7}"/>
              </a:ext>
            </a:extLst>
          </p:cNvPr>
          <p:cNvSpPr>
            <a:spLocks noGrp="1"/>
          </p:cNvSpPr>
          <p:nvPr>
            <p:ph type="ftr" sz="quarter" idx="16"/>
          </p:nvPr>
        </p:nvSpPr>
        <p:spPr>
          <a:xfrm>
            <a:off x="6096000" y="76201"/>
            <a:ext cx="6019800" cy="380998"/>
          </a:xfrm>
        </p:spPr>
        <p:txBody>
          <a:bodyPr/>
          <a:lstStyle/>
          <a:p>
            <a:r>
              <a:rPr lang="en-US" dirty="0"/>
              <a:t>Sample Footer Text</a:t>
            </a:r>
          </a:p>
        </p:txBody>
      </p:sp>
      <p:sp>
        <p:nvSpPr>
          <p:cNvPr id="4" name="Picture Placeholder 13">
            <a:extLst>
              <a:ext uri="{FF2B5EF4-FFF2-40B4-BE49-F238E27FC236}">
                <a16:creationId xmlns:a16="http://schemas.microsoft.com/office/drawing/2014/main" id="{CC1B439C-57E0-A299-9A98-A81BFA738C83}"/>
              </a:ext>
            </a:extLst>
          </p:cNvPr>
          <p:cNvSpPr>
            <a:spLocks noGrp="1"/>
          </p:cNvSpPr>
          <p:nvPr>
            <p:ph type="pic" sz="quarter" idx="13" hasCustomPrompt="1"/>
          </p:nvPr>
        </p:nvSpPr>
        <p:spPr>
          <a:xfrm>
            <a:off x="0" y="457199"/>
            <a:ext cx="4724748" cy="5943601"/>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3" cstate="email">
              <a:alphaModFix amt="60000"/>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r>
              <a:rPr lang="en-US" dirty="0"/>
              <a:t>   </a:t>
            </a:r>
          </a:p>
        </p:txBody>
      </p:sp>
      <p:sp>
        <p:nvSpPr>
          <p:cNvPr id="5" name="Content Placeholder 7">
            <a:extLst>
              <a:ext uri="{FF2B5EF4-FFF2-40B4-BE49-F238E27FC236}">
                <a16:creationId xmlns:a16="http://schemas.microsoft.com/office/drawing/2014/main" id="{7D22B98A-40DC-D510-5762-8D7E05344EF8}"/>
              </a:ext>
            </a:extLst>
          </p:cNvPr>
          <p:cNvSpPr>
            <a:spLocks noGrp="1"/>
          </p:cNvSpPr>
          <p:nvPr>
            <p:ph sz="quarter" idx="14"/>
          </p:nvPr>
        </p:nvSpPr>
        <p:spPr>
          <a:xfrm>
            <a:off x="5181949" y="2470242"/>
            <a:ext cx="6552851" cy="3930558"/>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Slide Number Placeholder 11">
            <a:extLst>
              <a:ext uri="{FF2B5EF4-FFF2-40B4-BE49-F238E27FC236}">
                <a16:creationId xmlns:a16="http://schemas.microsoft.com/office/drawing/2014/main" id="{7CA11211-0281-DD36-148E-3ABC6374978F}"/>
              </a:ext>
            </a:extLst>
          </p:cNvPr>
          <p:cNvSpPr>
            <a:spLocks noGrp="1"/>
          </p:cNvSpPr>
          <p:nvPr>
            <p:ph type="sldNum" sz="quarter" idx="17"/>
          </p:nvPr>
        </p:nvSpPr>
        <p:spPr>
          <a:xfrm>
            <a:off x="10820400" y="6400800"/>
            <a:ext cx="1295400"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39279723"/>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D4C1286-F0A1-DDC1-4A24-85A9D3462CB1}"/>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0 w 12186352"/>
              <a:gd name="csY0" fmla="*/ 0 h 6854823"/>
              <a:gd name="csX1" fmla="*/ 12186352 w 12186352"/>
              <a:gd name="csY1" fmla="*/ 0 h 6854823"/>
              <a:gd name="csX2" fmla="*/ 12186352 w 12186352"/>
              <a:gd name="csY2" fmla="*/ 454025 h 6854823"/>
              <a:gd name="csX3" fmla="*/ 7461604 w 12186352"/>
              <a:gd name="csY3" fmla="*/ 454025 h 6854823"/>
              <a:gd name="csX4" fmla="*/ 7461604 w 12186352"/>
              <a:gd name="csY4" fmla="*/ 6397626 h 6854823"/>
              <a:gd name="csX5" fmla="*/ 12186352 w 12186352"/>
              <a:gd name="csY5" fmla="*/ 6397626 h 6854823"/>
              <a:gd name="csX6" fmla="*/ 12186352 w 12186352"/>
              <a:gd name="csY6" fmla="*/ 6854823 h 6854823"/>
              <a:gd name="csX7" fmla="*/ 0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0" y="0"/>
                </a:moveTo>
                <a:lnTo>
                  <a:pt x="12186352" y="0"/>
                </a:lnTo>
                <a:lnTo>
                  <a:pt x="12186352" y="454025"/>
                </a:lnTo>
                <a:lnTo>
                  <a:pt x="7461604" y="454025"/>
                </a:lnTo>
                <a:lnTo>
                  <a:pt x="7461604" y="6397626"/>
                </a:lnTo>
                <a:lnTo>
                  <a:pt x="12186352" y="6397626"/>
                </a:lnTo>
                <a:lnTo>
                  <a:pt x="12186352" y="6854823"/>
                </a:lnTo>
                <a:lnTo>
                  <a:pt x="0" y="6854823"/>
                </a:lnTo>
                <a:close/>
              </a:path>
            </a:pathLst>
          </a:custGeom>
        </p:spPr>
      </p:pic>
      <p:sp>
        <p:nvSpPr>
          <p:cNvPr id="3" name="Title 1">
            <a:extLst>
              <a:ext uri="{FF2B5EF4-FFF2-40B4-BE49-F238E27FC236}">
                <a16:creationId xmlns:a16="http://schemas.microsoft.com/office/drawing/2014/main" id="{D7F3BC77-0C60-6C24-E5FE-6B80D4812824}"/>
              </a:ext>
            </a:extLst>
          </p:cNvPr>
          <p:cNvSpPr>
            <a:spLocks noGrp="1"/>
          </p:cNvSpPr>
          <p:nvPr>
            <p:ph type="title"/>
          </p:nvPr>
        </p:nvSpPr>
        <p:spPr>
          <a:xfrm>
            <a:off x="457200" y="457200"/>
            <a:ext cx="6549553" cy="1549495"/>
          </a:xfrm>
          <a:prstGeom prst="rect">
            <a:avLst/>
          </a:prstGeom>
        </p:spPr>
        <p:txBody>
          <a:bodyPr anchor="b"/>
          <a:lstStyle/>
          <a:p>
            <a:r>
              <a:rPr lang="en-US" dirty="0"/>
              <a:t>Click to edit Master title style</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76200" y="76201"/>
            <a:ext cx="1295400" cy="380999"/>
          </a:xfrm>
        </p:spPr>
        <p:txBody>
          <a:bodyPr/>
          <a:lstStyle/>
          <a:p>
            <a:fld id="{2B9DA8F7-1BE7-954A-B654-92996DBA4E86}" type="datetime1">
              <a:rPr lang="en-US" smtClean="0"/>
              <a:t>5/10/2026</a:t>
            </a:fld>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096000" y="76201"/>
            <a:ext cx="6019800" cy="380998"/>
          </a:xfrm>
        </p:spPr>
        <p:txBody>
          <a:bodyPr/>
          <a:lstStyle/>
          <a:p>
            <a:r>
              <a:rPr lang="en-US" dirty="0"/>
              <a:t>Sample Footer Text</a:t>
            </a:r>
          </a:p>
        </p:txBody>
      </p:sp>
      <p:sp>
        <p:nvSpPr>
          <p:cNvPr id="15" name="Content Placeholder 7">
            <a:extLst>
              <a:ext uri="{FF2B5EF4-FFF2-40B4-BE49-F238E27FC236}">
                <a16:creationId xmlns:a16="http://schemas.microsoft.com/office/drawing/2014/main" id="{F0A2831D-F063-09A6-A707-24AC43E312D9}"/>
              </a:ext>
            </a:extLst>
          </p:cNvPr>
          <p:cNvSpPr>
            <a:spLocks noGrp="1"/>
          </p:cNvSpPr>
          <p:nvPr>
            <p:ph sz="quarter" idx="14"/>
          </p:nvPr>
        </p:nvSpPr>
        <p:spPr>
          <a:xfrm>
            <a:off x="453902" y="2470242"/>
            <a:ext cx="6552851" cy="3930558"/>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Picture Placeholder 13">
            <a:extLst>
              <a:ext uri="{FF2B5EF4-FFF2-40B4-BE49-F238E27FC236}">
                <a16:creationId xmlns:a16="http://schemas.microsoft.com/office/drawing/2014/main" id="{FEC7CBEB-1BF7-2607-DBAA-531A9067F8B1}"/>
              </a:ext>
            </a:extLst>
          </p:cNvPr>
          <p:cNvSpPr>
            <a:spLocks noGrp="1"/>
          </p:cNvSpPr>
          <p:nvPr>
            <p:ph type="pic" sz="quarter" idx="19" hasCustomPrompt="1"/>
          </p:nvPr>
        </p:nvSpPr>
        <p:spPr>
          <a:xfrm>
            <a:off x="7467253" y="457199"/>
            <a:ext cx="4724748" cy="5943601"/>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3" cstate="email">
              <a:alphaModFix amt="60000"/>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r>
              <a:rPr lang="en-US" dirty="0"/>
              <a:t>   </a:t>
            </a:r>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0820400" y="6400800"/>
            <a:ext cx="1295400"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2977688492"/>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1">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C1A7354-C3D2-8AD8-40DE-4E850BDFCC68}"/>
              </a:ext>
            </a:extLst>
          </p:cNvPr>
          <p:cNvPicPr/>
          <p:nvPr userDrawn="1"/>
        </p:nvPicPr>
        <p:blipFill>
          <a:blip r:embed="rId2">
            <a:extLst>
              <a:ext uri="{28A0092B-C50C-407E-A947-70E740481C1C}">
                <a14:useLocalDpi xmlns:a14="http://schemas.microsoft.com/office/drawing/2010/main" val="0"/>
              </a:ext>
            </a:extLst>
          </a:blip>
          <a:srcRect/>
          <a:stretch/>
        </p:blipFill>
        <p:spPr>
          <a:xfrm flipH="1">
            <a:off x="5649" y="3174"/>
            <a:ext cx="12186352" cy="6854823"/>
          </a:xfrm>
          <a:custGeom>
            <a:avLst/>
            <a:gdLst>
              <a:gd name="csX0" fmla="*/ 6533074 w 12186352"/>
              <a:gd name="csY0" fmla="*/ 1858587 h 6854823"/>
              <a:gd name="csX1" fmla="*/ 6533074 w 12186352"/>
              <a:gd name="csY1" fmla="*/ 6397626 h 6854823"/>
              <a:gd name="csX2" fmla="*/ 3 w 12186352"/>
              <a:gd name="csY2" fmla="*/ 6397626 h 6854823"/>
              <a:gd name="csX3" fmla="*/ 3 w 12186352"/>
              <a:gd name="csY3" fmla="*/ 1858587 h 6854823"/>
              <a:gd name="csX4" fmla="*/ 12186352 w 12186352"/>
              <a:gd name="csY4" fmla="*/ 0 h 6854823"/>
              <a:gd name="csX5" fmla="*/ 0 w 12186352"/>
              <a:gd name="csY5" fmla="*/ 0 h 6854823"/>
              <a:gd name="csX6" fmla="*/ 0 w 12186352"/>
              <a:gd name="csY6" fmla="*/ 6854823 h 6854823"/>
              <a:gd name="csX7" fmla="*/ 12186352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6533074" y="1858587"/>
                </a:moveTo>
                <a:lnTo>
                  <a:pt x="6533074" y="6397626"/>
                </a:lnTo>
                <a:lnTo>
                  <a:pt x="3" y="6397626"/>
                </a:lnTo>
                <a:lnTo>
                  <a:pt x="3" y="1858587"/>
                </a:lnTo>
                <a:close/>
                <a:moveTo>
                  <a:pt x="12186352" y="0"/>
                </a:moveTo>
                <a:lnTo>
                  <a:pt x="0" y="0"/>
                </a:lnTo>
                <a:lnTo>
                  <a:pt x="0" y="6854823"/>
                </a:lnTo>
                <a:lnTo>
                  <a:pt x="12186352" y="6854823"/>
                </a:lnTo>
                <a:close/>
              </a:path>
            </a:pathLst>
          </a:custGeom>
        </p:spPr>
      </p:pic>
      <p:sp>
        <p:nvSpPr>
          <p:cNvPr id="3" name="Title 1">
            <a:extLst>
              <a:ext uri="{FF2B5EF4-FFF2-40B4-BE49-F238E27FC236}">
                <a16:creationId xmlns:a16="http://schemas.microsoft.com/office/drawing/2014/main" id="{0E2067BC-DC4F-D794-A7F8-65900B7934E0}"/>
              </a:ext>
            </a:extLst>
          </p:cNvPr>
          <p:cNvSpPr>
            <a:spLocks noGrp="1"/>
          </p:cNvSpPr>
          <p:nvPr>
            <p:ph type="title"/>
          </p:nvPr>
        </p:nvSpPr>
        <p:spPr>
          <a:xfrm>
            <a:off x="457200" y="490161"/>
            <a:ext cx="11277599" cy="914400"/>
          </a:xfrm>
          <a:prstGeom prst="rect">
            <a:avLst/>
          </a:prstGeom>
        </p:spPr>
        <p:txBody>
          <a:bodyPr anchor="b"/>
          <a:lstStyle/>
          <a:p>
            <a:r>
              <a:rPr lang="en-US" dirty="0"/>
              <a:t>Click to edit Master title style</a:t>
            </a:r>
          </a:p>
        </p:txBody>
      </p:sp>
      <p:sp>
        <p:nvSpPr>
          <p:cNvPr id="7" name="Date Placeholder 3">
            <a:extLst>
              <a:ext uri="{FF2B5EF4-FFF2-40B4-BE49-F238E27FC236}">
                <a16:creationId xmlns:a16="http://schemas.microsoft.com/office/drawing/2014/main" id="{61FAF02C-8E8E-0257-0307-15E6853700FC}"/>
              </a:ext>
            </a:extLst>
          </p:cNvPr>
          <p:cNvSpPr>
            <a:spLocks noGrp="1"/>
          </p:cNvSpPr>
          <p:nvPr>
            <p:ph type="dt" sz="half" idx="15"/>
          </p:nvPr>
        </p:nvSpPr>
        <p:spPr>
          <a:xfrm>
            <a:off x="76201" y="76201"/>
            <a:ext cx="1295400" cy="380999"/>
          </a:xfrm>
        </p:spPr>
        <p:txBody>
          <a:bodyPr/>
          <a:lstStyle/>
          <a:p>
            <a:fld id="{5447FF96-6068-D045-B983-6A2E1F44124F}" type="datetime1">
              <a:rPr lang="en-US" smtClean="0"/>
              <a:t>5/10/2026</a:t>
            </a:fld>
            <a:endParaRPr lang="en-US" dirty="0"/>
          </a:p>
        </p:txBody>
      </p:sp>
      <p:sp>
        <p:nvSpPr>
          <p:cNvPr id="6" name="Footer Placeholder 8">
            <a:extLst>
              <a:ext uri="{FF2B5EF4-FFF2-40B4-BE49-F238E27FC236}">
                <a16:creationId xmlns:a16="http://schemas.microsoft.com/office/drawing/2014/main" id="{12F6119E-6325-71C5-AFDB-160A100A21B2}"/>
              </a:ext>
            </a:extLst>
          </p:cNvPr>
          <p:cNvSpPr>
            <a:spLocks noGrp="1"/>
          </p:cNvSpPr>
          <p:nvPr>
            <p:ph type="ftr" sz="quarter" idx="16"/>
          </p:nvPr>
        </p:nvSpPr>
        <p:spPr>
          <a:xfrm>
            <a:off x="6096000" y="76201"/>
            <a:ext cx="6019800" cy="380999"/>
          </a:xfrm>
        </p:spPr>
        <p:txBody>
          <a:bodyPr/>
          <a:lstStyle/>
          <a:p>
            <a:r>
              <a:rPr lang="en-US" dirty="0"/>
              <a:t>Sample Footer Text</a:t>
            </a:r>
          </a:p>
        </p:txBody>
      </p:sp>
      <p:sp>
        <p:nvSpPr>
          <p:cNvPr id="5" name="Content Placeholder 7">
            <a:extLst>
              <a:ext uri="{FF2B5EF4-FFF2-40B4-BE49-F238E27FC236}">
                <a16:creationId xmlns:a16="http://schemas.microsoft.com/office/drawing/2014/main" id="{DAF060C4-6682-AB70-5937-47DB8276FDCD}"/>
              </a:ext>
            </a:extLst>
          </p:cNvPr>
          <p:cNvSpPr>
            <a:spLocks noGrp="1"/>
          </p:cNvSpPr>
          <p:nvPr>
            <p:ph sz="quarter" idx="14"/>
          </p:nvPr>
        </p:nvSpPr>
        <p:spPr>
          <a:xfrm>
            <a:off x="457200" y="1861761"/>
            <a:ext cx="4744527" cy="4539039"/>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1">
            <a:extLst>
              <a:ext uri="{FF2B5EF4-FFF2-40B4-BE49-F238E27FC236}">
                <a16:creationId xmlns:a16="http://schemas.microsoft.com/office/drawing/2014/main" id="{4E3FB443-D4CA-E6C5-2187-4A649A47F28A}"/>
              </a:ext>
            </a:extLst>
          </p:cNvPr>
          <p:cNvSpPr>
            <a:spLocks noGrp="1"/>
          </p:cNvSpPr>
          <p:nvPr>
            <p:ph type="pic" sz="quarter" idx="13" hasCustomPrompt="1"/>
          </p:nvPr>
        </p:nvSpPr>
        <p:spPr>
          <a:xfrm>
            <a:off x="5658927" y="1861761"/>
            <a:ext cx="6533071" cy="4539039"/>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a:blip r:embed="rId3" cstate="email">
              <a:alphaModFix amt="60000"/>
              <a:extLst>
                <a:ext uri="{28A0092B-C50C-407E-A947-70E740481C1C}">
                  <a14:useLocalDpi xmlns:a14="http://schemas.microsoft.com/office/drawing/2010/main"/>
                </a:ext>
              </a:extLst>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11" name="Slide Number Placeholder 9">
            <a:extLst>
              <a:ext uri="{FF2B5EF4-FFF2-40B4-BE49-F238E27FC236}">
                <a16:creationId xmlns:a16="http://schemas.microsoft.com/office/drawing/2014/main" id="{339D0113-D166-6E44-FF30-39C61CD13791}"/>
              </a:ext>
            </a:extLst>
          </p:cNvPr>
          <p:cNvSpPr>
            <a:spLocks noGrp="1"/>
          </p:cNvSpPr>
          <p:nvPr>
            <p:ph type="sldNum" sz="quarter" idx="17"/>
          </p:nvPr>
        </p:nvSpPr>
        <p:spPr>
          <a:xfrm>
            <a:off x="10820400" y="6400800"/>
            <a:ext cx="1295400"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97274271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ABB22AD-DA7B-73AE-1F66-31345119900C}"/>
              </a:ext>
            </a:extLst>
          </p:cNvPr>
          <p:cNvPicPr/>
          <p:nvPr userDrawn="1"/>
        </p:nvPicPr>
        <p:blipFill>
          <a:blip r:embed="rId2">
            <a:extLst>
              <a:ext uri="{28A0092B-C50C-407E-A947-70E740481C1C}">
                <a14:useLocalDpi xmlns:a14="http://schemas.microsoft.com/office/drawing/2010/main" val="0"/>
              </a:ext>
            </a:extLst>
          </a:blip>
          <a:srcRect/>
          <a:stretch/>
        </p:blipFill>
        <p:spPr>
          <a:xfrm flipH="1">
            <a:off x="5649" y="3174"/>
            <a:ext cx="12186352" cy="6854823"/>
          </a:xfrm>
          <a:custGeom>
            <a:avLst/>
            <a:gdLst>
              <a:gd name="csX0" fmla="*/ 7315201 w 12186352"/>
              <a:gd name="csY0" fmla="*/ 1858587 h 6854823"/>
              <a:gd name="csX1" fmla="*/ 7315201 w 12186352"/>
              <a:gd name="csY1" fmla="*/ 6397626 h 6854823"/>
              <a:gd name="csX2" fmla="*/ 2 w 12186352"/>
              <a:gd name="csY2" fmla="*/ 6397626 h 6854823"/>
              <a:gd name="csX3" fmla="*/ 2 w 12186352"/>
              <a:gd name="csY3" fmla="*/ 1858587 h 6854823"/>
              <a:gd name="csX4" fmla="*/ 457201 w 12186352"/>
              <a:gd name="csY4" fmla="*/ 1858587 h 6854823"/>
              <a:gd name="csX5" fmla="*/ 6533074 w 12186352"/>
              <a:gd name="csY5" fmla="*/ 1858587 h 6854823"/>
              <a:gd name="csX6" fmla="*/ 12186352 w 12186352"/>
              <a:gd name="csY6" fmla="*/ 0 h 6854823"/>
              <a:gd name="csX7" fmla="*/ 0 w 12186352"/>
              <a:gd name="csY7" fmla="*/ 0 h 6854823"/>
              <a:gd name="csX8" fmla="*/ 0 w 12186352"/>
              <a:gd name="csY8" fmla="*/ 6854823 h 6854823"/>
              <a:gd name="csX9" fmla="*/ 12186352 w 12186352"/>
              <a:gd name="csY9"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86352" h="6854823">
                <a:moveTo>
                  <a:pt x="7315201" y="1858587"/>
                </a:moveTo>
                <a:lnTo>
                  <a:pt x="7315201" y="6397626"/>
                </a:lnTo>
                <a:lnTo>
                  <a:pt x="2" y="6397626"/>
                </a:lnTo>
                <a:lnTo>
                  <a:pt x="2" y="1858587"/>
                </a:lnTo>
                <a:lnTo>
                  <a:pt x="457201" y="1858587"/>
                </a:lnTo>
                <a:lnTo>
                  <a:pt x="6533074" y="1858587"/>
                </a:lnTo>
                <a:close/>
                <a:moveTo>
                  <a:pt x="12186352" y="0"/>
                </a:moveTo>
                <a:lnTo>
                  <a:pt x="0" y="0"/>
                </a:lnTo>
                <a:lnTo>
                  <a:pt x="0" y="6854823"/>
                </a:lnTo>
                <a:lnTo>
                  <a:pt x="12186352" y="6854823"/>
                </a:lnTo>
                <a:close/>
              </a:path>
            </a:pathLst>
          </a:custGeom>
        </p:spPr>
      </p:pic>
      <p:sp>
        <p:nvSpPr>
          <p:cNvPr id="3" name="Title 1">
            <a:extLst>
              <a:ext uri="{FF2B5EF4-FFF2-40B4-BE49-F238E27FC236}">
                <a16:creationId xmlns:a16="http://schemas.microsoft.com/office/drawing/2014/main" id="{0FFB7B32-3B46-FEC3-8857-8E1A162E4308}"/>
              </a:ext>
            </a:extLst>
          </p:cNvPr>
          <p:cNvSpPr>
            <a:spLocks noGrp="1"/>
          </p:cNvSpPr>
          <p:nvPr>
            <p:ph type="title"/>
          </p:nvPr>
        </p:nvSpPr>
        <p:spPr>
          <a:xfrm>
            <a:off x="457200" y="497349"/>
            <a:ext cx="11277599" cy="914400"/>
          </a:xfrm>
          <a:prstGeom prst="rect">
            <a:avLst/>
          </a:prstGeom>
        </p:spPr>
        <p:txBody>
          <a:bodyPr anchor="b"/>
          <a:lstStyle/>
          <a:p>
            <a:r>
              <a:rPr lang="en-US" dirty="0"/>
              <a:t>Click to edit Master title style</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76201" y="76201"/>
            <a:ext cx="1295400" cy="380999"/>
          </a:xfrm>
        </p:spPr>
        <p:txBody>
          <a:bodyPr/>
          <a:lstStyle/>
          <a:p>
            <a:fld id="{C195F3F8-9E31-7F42-8188-F6043F071A39}" type="datetime1">
              <a:rPr lang="en-US" smtClean="0"/>
              <a:t>5/10/2026</a:t>
            </a:fld>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095999" y="76201"/>
            <a:ext cx="6019800" cy="380999"/>
          </a:xfrm>
        </p:spPr>
        <p:txBody>
          <a:bodyPr/>
          <a:lstStyle/>
          <a:p>
            <a:r>
              <a:rPr lang="en-US" dirty="0"/>
              <a:t>Sample Footer Text</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57201" y="1861761"/>
            <a:ext cx="3886199" cy="4539039"/>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Picture Placeholder 5">
            <a:extLst>
              <a:ext uri="{FF2B5EF4-FFF2-40B4-BE49-F238E27FC236}">
                <a16:creationId xmlns:a16="http://schemas.microsoft.com/office/drawing/2014/main" id="{9BB8F855-8399-5C2F-8FFE-3445E6ACC133}"/>
              </a:ext>
            </a:extLst>
          </p:cNvPr>
          <p:cNvSpPr>
            <a:spLocks noGrp="1"/>
          </p:cNvSpPr>
          <p:nvPr>
            <p:ph type="pic" sz="quarter" idx="13" hasCustomPrompt="1"/>
          </p:nvPr>
        </p:nvSpPr>
        <p:spPr>
          <a:xfrm>
            <a:off x="4876800" y="1861761"/>
            <a:ext cx="7315199" cy="4539039"/>
          </a:xfrm>
          <a:custGeom>
            <a:avLst/>
            <a:gdLst>
              <a:gd name="connsiteX0" fmla="*/ 0 w 5560101"/>
              <a:gd name="connsiteY0" fmla="*/ 0 h 4074407"/>
              <a:gd name="connsiteX1" fmla="*/ 5560101 w 5560101"/>
              <a:gd name="connsiteY1" fmla="*/ 0 h 4074407"/>
              <a:gd name="connsiteX2" fmla="*/ 5560101 w 5560101"/>
              <a:gd name="connsiteY2" fmla="*/ 4074407 h 4074407"/>
              <a:gd name="connsiteX3" fmla="*/ 0 w 5560101"/>
              <a:gd name="connsiteY3" fmla="*/ 4074407 h 4074407"/>
            </a:gdLst>
            <a:ahLst/>
            <a:cxnLst>
              <a:cxn ang="0">
                <a:pos x="connsiteX0" y="connsiteY0"/>
              </a:cxn>
              <a:cxn ang="0">
                <a:pos x="connsiteX1" y="connsiteY1"/>
              </a:cxn>
              <a:cxn ang="0">
                <a:pos x="connsiteX2" y="connsiteY2"/>
              </a:cxn>
              <a:cxn ang="0">
                <a:pos x="connsiteX3" y="connsiteY3"/>
              </a:cxn>
            </a:cxnLst>
            <a:rect l="l" t="t" r="r" b="b"/>
            <a:pathLst>
              <a:path w="5560101" h="4074407">
                <a:moveTo>
                  <a:pt x="0" y="0"/>
                </a:moveTo>
                <a:lnTo>
                  <a:pt x="5560101" y="0"/>
                </a:lnTo>
                <a:lnTo>
                  <a:pt x="5560101" y="4074407"/>
                </a:lnTo>
                <a:lnTo>
                  <a:pt x="0" y="4074407"/>
                </a:lnTo>
                <a:close/>
              </a:path>
            </a:pathLst>
          </a:custGeom>
          <a:blipFill>
            <a:blip r:embed="rId3" cstate="email">
              <a:alphaModFix amt="60000"/>
              <a:extLst>
                <a:ext uri="{28A0092B-C50C-407E-A947-70E740481C1C}">
                  <a14:useLocalDpi xmlns:a14="http://schemas.microsoft.com/office/drawing/2010/main"/>
                </a:ext>
              </a:extLst>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0820400" y="6400800"/>
            <a:ext cx="1295399"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507886428"/>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870277-9BEA-773F-5ABC-0478C95CF73B}"/>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0 w 12186352"/>
              <a:gd name="csY0" fmla="*/ 0 h 6854823"/>
              <a:gd name="csX1" fmla="*/ 12186352 w 12186352"/>
              <a:gd name="csY1" fmla="*/ 0 h 6854823"/>
              <a:gd name="csX2" fmla="*/ 12186352 w 12186352"/>
              <a:gd name="csY2" fmla="*/ 6854823 h 6854823"/>
              <a:gd name="csX3" fmla="*/ 0 w 12186352"/>
              <a:gd name="csY3" fmla="*/ 6854823 h 6854823"/>
              <a:gd name="csX4" fmla="*/ 0 w 12186352"/>
              <a:gd name="csY4" fmla="*/ 6377154 h 6854823"/>
              <a:gd name="csX5" fmla="*/ 6527422 w 12186352"/>
              <a:gd name="csY5" fmla="*/ 6377154 h 6854823"/>
              <a:gd name="csX6" fmla="*/ 6527422 w 12186352"/>
              <a:gd name="csY6" fmla="*/ 1858587 h 6854823"/>
              <a:gd name="csX7" fmla="*/ 0 w 12186352"/>
              <a:gd name="csY7" fmla="*/ 1858587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0" y="0"/>
                </a:moveTo>
                <a:lnTo>
                  <a:pt x="12186352" y="0"/>
                </a:lnTo>
                <a:lnTo>
                  <a:pt x="12186352" y="6854823"/>
                </a:lnTo>
                <a:lnTo>
                  <a:pt x="0" y="6854823"/>
                </a:lnTo>
                <a:lnTo>
                  <a:pt x="0" y="6377154"/>
                </a:lnTo>
                <a:lnTo>
                  <a:pt x="6527422" y="6377154"/>
                </a:lnTo>
                <a:lnTo>
                  <a:pt x="6527422" y="1858587"/>
                </a:lnTo>
                <a:lnTo>
                  <a:pt x="0" y="1858587"/>
                </a:lnTo>
                <a:close/>
              </a:path>
            </a:pathLst>
          </a:custGeom>
        </p:spPr>
      </p:pic>
      <p:sp>
        <p:nvSpPr>
          <p:cNvPr id="7" name="Title 1">
            <a:extLst>
              <a:ext uri="{FF2B5EF4-FFF2-40B4-BE49-F238E27FC236}">
                <a16:creationId xmlns:a16="http://schemas.microsoft.com/office/drawing/2014/main" id="{C5CBF9ED-624B-FB83-6E83-BB42410F285F}"/>
              </a:ext>
            </a:extLst>
          </p:cNvPr>
          <p:cNvSpPr>
            <a:spLocks noGrp="1"/>
          </p:cNvSpPr>
          <p:nvPr>
            <p:ph type="title"/>
          </p:nvPr>
        </p:nvSpPr>
        <p:spPr>
          <a:xfrm>
            <a:off x="457200" y="490162"/>
            <a:ext cx="11277597" cy="914400"/>
          </a:xfrm>
          <a:prstGeom prst="rect">
            <a:avLst/>
          </a:prstGeom>
        </p:spPr>
        <p:txBody>
          <a:bodyPr anchor="b"/>
          <a:lstStyle/>
          <a:p>
            <a:r>
              <a:rPr lang="en-US" dirty="0"/>
              <a:t>Click to edit Master title style</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76201" y="76201"/>
            <a:ext cx="1295400" cy="380999"/>
          </a:xfrm>
        </p:spPr>
        <p:txBody>
          <a:bodyPr/>
          <a:lstStyle/>
          <a:p>
            <a:fld id="{AE8BA31F-10E3-B74C-A113-9DB8A6700F67}" type="datetime1">
              <a:rPr lang="en-US" smtClean="0"/>
              <a:t>5/10/2026</a:t>
            </a:fld>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096001" y="76201"/>
            <a:ext cx="6019798" cy="380999"/>
          </a:xfrm>
        </p:spPr>
        <p:txBody>
          <a:bodyPr/>
          <a:lstStyle/>
          <a:p>
            <a:r>
              <a:rPr lang="en-US" dirty="0"/>
              <a:t>Sample Footer Text</a:t>
            </a:r>
          </a:p>
        </p:txBody>
      </p:sp>
      <p:sp>
        <p:nvSpPr>
          <p:cNvPr id="8" name="Picture Placeholder 11">
            <a:extLst>
              <a:ext uri="{FF2B5EF4-FFF2-40B4-BE49-F238E27FC236}">
                <a16:creationId xmlns:a16="http://schemas.microsoft.com/office/drawing/2014/main" id="{9BCDC3DB-8BBB-CC92-23DB-44BEC6BD61F7}"/>
              </a:ext>
            </a:extLst>
          </p:cNvPr>
          <p:cNvSpPr>
            <a:spLocks noGrp="1"/>
          </p:cNvSpPr>
          <p:nvPr>
            <p:ph type="pic" sz="quarter" idx="19" hasCustomPrompt="1"/>
          </p:nvPr>
        </p:nvSpPr>
        <p:spPr>
          <a:xfrm>
            <a:off x="0" y="1861761"/>
            <a:ext cx="6533071" cy="4518567"/>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a:blip r:embed="rId3" cstate="email">
              <a:alphaModFix amt="60000"/>
              <a:extLst>
                <a:ext uri="{28A0092B-C50C-407E-A947-70E740481C1C}">
                  <a14:useLocalDpi xmlns:a14="http://schemas.microsoft.com/office/drawing/2010/main"/>
                </a:ext>
              </a:extLst>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6" name="Content Placeholder 7">
            <a:extLst>
              <a:ext uri="{FF2B5EF4-FFF2-40B4-BE49-F238E27FC236}">
                <a16:creationId xmlns:a16="http://schemas.microsoft.com/office/drawing/2014/main" id="{7C7B1CAB-4A9F-B8E9-3C1E-15C58564C1FF}"/>
              </a:ext>
            </a:extLst>
          </p:cNvPr>
          <p:cNvSpPr>
            <a:spLocks noGrp="1"/>
          </p:cNvSpPr>
          <p:nvPr>
            <p:ph sz="quarter" idx="18"/>
          </p:nvPr>
        </p:nvSpPr>
        <p:spPr>
          <a:xfrm>
            <a:off x="6990270" y="1861761"/>
            <a:ext cx="4744527" cy="4539039"/>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0744199" y="6400800"/>
            <a:ext cx="1371599"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376139324"/>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4">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D7B64117-148B-10E8-7721-A4C85F0BDEAD}"/>
              </a:ext>
            </a:extLst>
          </p:cNvPr>
          <p:cNvSpPr>
            <a:spLocks noGrp="1"/>
          </p:cNvSpPr>
          <p:nvPr>
            <p:ph type="title"/>
          </p:nvPr>
        </p:nvSpPr>
        <p:spPr>
          <a:xfrm>
            <a:off x="4480561" y="457200"/>
            <a:ext cx="7254240" cy="1173708"/>
          </a:xfrm>
          <a:prstGeom prst="rect">
            <a:avLst/>
          </a:prstGeom>
        </p:spPr>
        <p:txBody>
          <a:bodyPr anchor="b"/>
          <a:lstStyle/>
          <a:p>
            <a:r>
              <a:rPr lang="en-US" dirty="0"/>
              <a:t>Click to edit Master title style</a:t>
            </a:r>
          </a:p>
        </p:txBody>
      </p:sp>
      <p:sp>
        <p:nvSpPr>
          <p:cNvPr id="12" name="Date Placeholder 3">
            <a:extLst>
              <a:ext uri="{FF2B5EF4-FFF2-40B4-BE49-F238E27FC236}">
                <a16:creationId xmlns:a16="http://schemas.microsoft.com/office/drawing/2014/main" id="{CACEC350-F243-8E48-2F30-905D6999DFE7}"/>
              </a:ext>
            </a:extLst>
          </p:cNvPr>
          <p:cNvSpPr>
            <a:spLocks noGrp="1"/>
          </p:cNvSpPr>
          <p:nvPr>
            <p:ph type="dt" sz="half" idx="15"/>
          </p:nvPr>
        </p:nvSpPr>
        <p:spPr>
          <a:xfrm>
            <a:off x="76200" y="76200"/>
            <a:ext cx="1295401" cy="380999"/>
          </a:xfrm>
        </p:spPr>
        <p:txBody>
          <a:bodyPr/>
          <a:lstStyle/>
          <a:p>
            <a:fld id="{3596BBB1-49AB-C544-9861-84EE6CF53403}" type="datetime1">
              <a:rPr lang="en-US" smtClean="0"/>
              <a:t>5/10/2026</a:t>
            </a:fld>
            <a:endParaRPr lang="en-US" dirty="0"/>
          </a:p>
        </p:txBody>
      </p:sp>
      <p:sp>
        <p:nvSpPr>
          <p:cNvPr id="10" name="Footer Placeholder 8">
            <a:extLst>
              <a:ext uri="{FF2B5EF4-FFF2-40B4-BE49-F238E27FC236}">
                <a16:creationId xmlns:a16="http://schemas.microsoft.com/office/drawing/2014/main" id="{693FD3A5-45B7-3678-FCC8-1AA49237E7B7}"/>
              </a:ext>
            </a:extLst>
          </p:cNvPr>
          <p:cNvSpPr>
            <a:spLocks noGrp="1"/>
          </p:cNvSpPr>
          <p:nvPr>
            <p:ph type="ftr" sz="quarter" idx="16"/>
          </p:nvPr>
        </p:nvSpPr>
        <p:spPr>
          <a:xfrm>
            <a:off x="6096000" y="76201"/>
            <a:ext cx="6019800" cy="381000"/>
          </a:xfrm>
        </p:spPr>
        <p:txBody>
          <a:bodyPr/>
          <a:lstStyle/>
          <a:p>
            <a:r>
              <a:rPr lang="en-US" dirty="0"/>
              <a:t>Sample Footer Text</a:t>
            </a:r>
          </a:p>
        </p:txBody>
      </p:sp>
      <p:sp>
        <p:nvSpPr>
          <p:cNvPr id="4" name="Picture Placeholder 10">
            <a:extLst>
              <a:ext uri="{FF2B5EF4-FFF2-40B4-BE49-F238E27FC236}">
                <a16:creationId xmlns:a16="http://schemas.microsoft.com/office/drawing/2014/main" id="{90E31D68-951A-2336-5424-6671B2E929A3}"/>
              </a:ext>
            </a:extLst>
          </p:cNvPr>
          <p:cNvSpPr>
            <a:spLocks noGrp="1"/>
          </p:cNvSpPr>
          <p:nvPr>
            <p:ph type="pic" sz="quarter" idx="13" hasCustomPrompt="1"/>
          </p:nvPr>
        </p:nvSpPr>
        <p:spPr>
          <a:xfrm>
            <a:off x="0" y="457199"/>
            <a:ext cx="4023360" cy="5943601"/>
          </a:xfrm>
          <a:blipFill>
            <a:blip r:embed="rId2"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7" name="Content Placeholder 7">
            <a:extLst>
              <a:ext uri="{FF2B5EF4-FFF2-40B4-BE49-F238E27FC236}">
                <a16:creationId xmlns:a16="http://schemas.microsoft.com/office/drawing/2014/main" id="{679495B1-3D42-5CC6-1177-BBB5CCDEF14A}"/>
              </a:ext>
            </a:extLst>
          </p:cNvPr>
          <p:cNvSpPr>
            <a:spLocks noGrp="1"/>
          </p:cNvSpPr>
          <p:nvPr>
            <p:ph sz="quarter" idx="14"/>
          </p:nvPr>
        </p:nvSpPr>
        <p:spPr>
          <a:xfrm>
            <a:off x="4480560" y="2088108"/>
            <a:ext cx="7254240" cy="4312692"/>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9">
            <a:extLst>
              <a:ext uri="{FF2B5EF4-FFF2-40B4-BE49-F238E27FC236}">
                <a16:creationId xmlns:a16="http://schemas.microsoft.com/office/drawing/2014/main" id="{05F3D1FB-5F83-6976-2FDE-42146116FF09}"/>
              </a:ext>
            </a:extLst>
          </p:cNvPr>
          <p:cNvSpPr>
            <a:spLocks noGrp="1"/>
          </p:cNvSpPr>
          <p:nvPr>
            <p:ph type="sldNum" sz="quarter" idx="17"/>
          </p:nvPr>
        </p:nvSpPr>
        <p:spPr>
          <a:xfrm>
            <a:off x="10820400" y="6400800"/>
            <a:ext cx="1295400" cy="381000"/>
          </a:xfrm>
        </p:spPr>
        <p:txBody>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2079962177"/>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0E5C046-40A5-D694-E725-EA0ABE0B80B9}"/>
              </a:ext>
            </a:extLst>
          </p:cNvPr>
          <p:cNvSpPr>
            <a:spLocks noGrp="1"/>
          </p:cNvSpPr>
          <p:nvPr>
            <p:ph type="title"/>
          </p:nvPr>
        </p:nvSpPr>
        <p:spPr>
          <a:xfrm>
            <a:off x="457201" y="457199"/>
            <a:ext cx="7254239" cy="1173712"/>
          </a:xfrm>
          <a:prstGeom prst="rect">
            <a:avLst/>
          </a:prstGeom>
        </p:spPr>
        <p:txBody>
          <a:bodyPr anchor="b"/>
          <a:lstStyle/>
          <a:p>
            <a:r>
              <a:rPr lang="en-US" dirty="0"/>
              <a:t>Click to edit Master title style</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76201" y="76200"/>
            <a:ext cx="1295400" cy="380999"/>
          </a:xfrm>
        </p:spPr>
        <p:txBody>
          <a:bodyPr/>
          <a:lstStyle/>
          <a:p>
            <a:fld id="{9D50FFC8-0737-944F-9B20-403A2248B3E7}" type="datetime1">
              <a:rPr lang="en-US" smtClean="0"/>
              <a:t>5/10/2026</a:t>
            </a:fld>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096000" y="76200"/>
            <a:ext cx="6019800" cy="380999"/>
          </a:xfrm>
        </p:spPr>
        <p:txBody>
          <a:bodyPr/>
          <a:lstStyle/>
          <a:p>
            <a:r>
              <a:rPr lang="en-US" dirty="0"/>
              <a:t>Sample Footer Text</a:t>
            </a:r>
          </a:p>
        </p:txBody>
      </p:sp>
      <p:sp>
        <p:nvSpPr>
          <p:cNvPr id="6" name="Content Placeholder 7">
            <a:extLst>
              <a:ext uri="{FF2B5EF4-FFF2-40B4-BE49-F238E27FC236}">
                <a16:creationId xmlns:a16="http://schemas.microsoft.com/office/drawing/2014/main" id="{4E5FB0DF-C175-C1BD-BDD9-3536A2F7E448}"/>
              </a:ext>
            </a:extLst>
          </p:cNvPr>
          <p:cNvSpPr>
            <a:spLocks noGrp="1"/>
          </p:cNvSpPr>
          <p:nvPr>
            <p:ph sz="quarter" idx="18"/>
          </p:nvPr>
        </p:nvSpPr>
        <p:spPr>
          <a:xfrm>
            <a:off x="457201" y="2088108"/>
            <a:ext cx="7254240" cy="4312692"/>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0">
            <a:extLst>
              <a:ext uri="{FF2B5EF4-FFF2-40B4-BE49-F238E27FC236}">
                <a16:creationId xmlns:a16="http://schemas.microsoft.com/office/drawing/2014/main" id="{7C20B94A-DE1D-8112-79D8-ADD778F243A9}"/>
              </a:ext>
            </a:extLst>
          </p:cNvPr>
          <p:cNvSpPr>
            <a:spLocks noGrp="1"/>
          </p:cNvSpPr>
          <p:nvPr>
            <p:ph type="pic" sz="quarter" idx="13" hasCustomPrompt="1"/>
          </p:nvPr>
        </p:nvSpPr>
        <p:spPr>
          <a:xfrm>
            <a:off x="8168640" y="457199"/>
            <a:ext cx="4023360" cy="5943601"/>
          </a:xfrm>
          <a:blipFill>
            <a:blip r:embed="rId2" cstate="email">
              <a:alphaModFix amt="60000"/>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dirty="0"/>
              <a:t>   </a:t>
            </a: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0820400" y="6400800"/>
            <a:ext cx="1295400" cy="381000"/>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204431002"/>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5160961-81A4-744C-57F0-3A91AB73281C}"/>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451551 w 12186352"/>
              <a:gd name="csY0" fmla="*/ 2354110 h 6854823"/>
              <a:gd name="csX1" fmla="*/ 451551 w 12186352"/>
              <a:gd name="csY1" fmla="*/ 6397626 h 6854823"/>
              <a:gd name="csX2" fmla="*/ 5480751 w 12186352"/>
              <a:gd name="csY2" fmla="*/ 6397626 h 6854823"/>
              <a:gd name="csX3" fmla="*/ 5480751 w 12186352"/>
              <a:gd name="csY3" fmla="*/ 2354110 h 6854823"/>
              <a:gd name="csX4" fmla="*/ 0 w 12186352"/>
              <a:gd name="csY4" fmla="*/ 0 h 6854823"/>
              <a:gd name="csX5" fmla="*/ 12186352 w 12186352"/>
              <a:gd name="csY5" fmla="*/ 0 h 6854823"/>
              <a:gd name="csX6" fmla="*/ 12186352 w 12186352"/>
              <a:gd name="csY6" fmla="*/ 6854823 h 6854823"/>
              <a:gd name="csX7" fmla="*/ 0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451551" y="2354110"/>
                </a:moveTo>
                <a:lnTo>
                  <a:pt x="451551" y="6397626"/>
                </a:lnTo>
                <a:lnTo>
                  <a:pt x="5480751" y="6397626"/>
                </a:lnTo>
                <a:lnTo>
                  <a:pt x="5480751" y="2354110"/>
                </a:lnTo>
                <a:close/>
                <a:moveTo>
                  <a:pt x="0" y="0"/>
                </a:moveTo>
                <a:lnTo>
                  <a:pt x="12186352" y="0"/>
                </a:lnTo>
                <a:lnTo>
                  <a:pt x="12186352" y="6854823"/>
                </a:lnTo>
                <a:lnTo>
                  <a:pt x="0" y="6854823"/>
                </a:lnTo>
                <a:close/>
              </a:path>
            </a:pathLst>
          </a:cu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7200" y="457201"/>
            <a:ext cx="5029200" cy="1519083"/>
          </a:xfrm>
          <a:prstGeom prst="rect">
            <a:avLst/>
          </a:prstGeom>
        </p:spPr>
        <p:txBody>
          <a:bodyPr anchor="t">
            <a:normAutofit/>
          </a:bodyPr>
          <a:lstStyle>
            <a:lvl1pP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FE45DA7B-3D23-9747-B64E-78D5DD68C6C7}" type="datetime1">
              <a:rPr lang="en-US" smtClean="0"/>
              <a:t>5/10/2026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10" name="Picture Placeholder 10">
            <a:extLst>
              <a:ext uri="{FF2B5EF4-FFF2-40B4-BE49-F238E27FC236}">
                <a16:creationId xmlns:a16="http://schemas.microsoft.com/office/drawing/2014/main" id="{802CE9A6-F23E-1299-6CEA-8B0DBFBE2016}"/>
              </a:ext>
            </a:extLst>
          </p:cNvPr>
          <p:cNvSpPr>
            <a:spLocks noGrp="1"/>
          </p:cNvSpPr>
          <p:nvPr>
            <p:ph type="pic" sz="quarter" idx="13" hasCustomPrompt="1"/>
          </p:nvPr>
        </p:nvSpPr>
        <p:spPr>
          <a:xfrm>
            <a:off x="457200" y="2357283"/>
            <a:ext cx="5029199" cy="4043516"/>
          </a:xfrm>
          <a:blipFill dpi="0" rotWithShape="1">
            <a:blip r:embed="rId3" cstate="email">
              <a:alphaModFix amt="60000"/>
              <a:extLst>
                <a:ext uri="{28A0092B-C50C-407E-A947-70E740481C1C}">
                  <a14:useLocalDpi xmlns:a14="http://schemas.microsoft.com/office/drawing/2010/main"/>
                </a:ext>
              </a:extLst>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457200"/>
            <a:ext cx="5638799" cy="5943599"/>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193105740"/>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with Picture 17">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292B07A-D9A0-38E9-B941-74C38124D599}"/>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custGeom>
            <a:avLst/>
            <a:gdLst>
              <a:gd name="csX0" fmla="*/ 451551 w 12186352"/>
              <a:gd name="csY0" fmla="*/ 2354110 h 6854823"/>
              <a:gd name="csX1" fmla="*/ 451551 w 12186352"/>
              <a:gd name="csY1" fmla="*/ 6397626 h 6854823"/>
              <a:gd name="csX2" fmla="*/ 5480751 w 12186352"/>
              <a:gd name="csY2" fmla="*/ 6397626 h 6854823"/>
              <a:gd name="csX3" fmla="*/ 5480751 w 12186352"/>
              <a:gd name="csY3" fmla="*/ 2354110 h 6854823"/>
              <a:gd name="csX4" fmla="*/ 0 w 12186352"/>
              <a:gd name="csY4" fmla="*/ 0 h 6854823"/>
              <a:gd name="csX5" fmla="*/ 12186352 w 12186352"/>
              <a:gd name="csY5" fmla="*/ 0 h 6854823"/>
              <a:gd name="csX6" fmla="*/ 12186352 w 12186352"/>
              <a:gd name="csY6" fmla="*/ 6854823 h 6854823"/>
              <a:gd name="csX7" fmla="*/ 0 w 12186352"/>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2" h="6854823">
                <a:moveTo>
                  <a:pt x="451551" y="2354110"/>
                </a:moveTo>
                <a:lnTo>
                  <a:pt x="451551" y="6397626"/>
                </a:lnTo>
                <a:lnTo>
                  <a:pt x="5480751" y="6397626"/>
                </a:lnTo>
                <a:lnTo>
                  <a:pt x="5480751" y="2354110"/>
                </a:lnTo>
                <a:close/>
                <a:moveTo>
                  <a:pt x="0" y="0"/>
                </a:moveTo>
                <a:lnTo>
                  <a:pt x="12186352" y="0"/>
                </a:lnTo>
                <a:lnTo>
                  <a:pt x="12186352" y="6854823"/>
                </a:lnTo>
                <a:lnTo>
                  <a:pt x="0" y="6854823"/>
                </a:lnTo>
                <a:close/>
              </a:path>
            </a:pathLst>
          </a:custGeom>
        </p:spPr>
      </p:pic>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7201" y="457200"/>
            <a:ext cx="3716844" cy="1919945"/>
          </a:xfrm>
          <a:prstGeom prst="rect">
            <a:avLst/>
          </a:prstGeom>
        </p:spPr>
        <p:txBody>
          <a:bodyPr anchor="t">
            <a:normAutofit/>
          </a:bodyPr>
          <a:lstStyle>
            <a:lvl1pP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13040DD-291F-D14A-B0CD-056B01183946}" type="datetime1">
              <a:rPr lang="en-US" smtClean="0"/>
              <a:t>5/10/2026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9" name="Picture Placeholder 10">
            <a:extLst>
              <a:ext uri="{FF2B5EF4-FFF2-40B4-BE49-F238E27FC236}">
                <a16:creationId xmlns:a16="http://schemas.microsoft.com/office/drawing/2014/main" id="{115A2C62-B33D-41E9-D363-2E5B5EC4C673}"/>
              </a:ext>
            </a:extLst>
          </p:cNvPr>
          <p:cNvSpPr>
            <a:spLocks noGrp="1"/>
          </p:cNvSpPr>
          <p:nvPr>
            <p:ph type="pic" sz="quarter" idx="13" hasCustomPrompt="1"/>
          </p:nvPr>
        </p:nvSpPr>
        <p:spPr>
          <a:xfrm>
            <a:off x="457200" y="2743200"/>
            <a:ext cx="3716845" cy="3657600"/>
          </a:xfrm>
          <a:blipFill dpi="0" rotWithShape="1">
            <a:blip r:embed="rId3" cstate="email">
              <a:alphaModFix amt="60000"/>
              <a:extLst>
                <a:ext uri="{28A0092B-C50C-407E-A947-70E740481C1C}">
                  <a14:useLocalDpi xmlns:a14="http://schemas.microsoft.com/office/drawing/2010/main"/>
                </a:ext>
              </a:extLst>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724399" y="457201"/>
            <a:ext cx="7010401" cy="5943599"/>
          </a:xfrm>
        </p:spPr>
        <p:txBody>
          <a:bodyPr/>
          <a:lstStyle>
            <a:lvl1pPr>
              <a:defRPr b="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897249181"/>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2"/>
      </p:bgRef>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D779F90-4233-5235-D44A-38B021C817C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8" name="Title 7">
            <a:extLst>
              <a:ext uri="{FF2B5EF4-FFF2-40B4-BE49-F238E27FC236}">
                <a16:creationId xmlns:a16="http://schemas.microsoft.com/office/drawing/2014/main" id="{DD16EBF9-B68A-0B06-1D11-8A73C8F97835}"/>
              </a:ext>
            </a:extLst>
          </p:cNvPr>
          <p:cNvSpPr>
            <a:spLocks noGrp="1"/>
          </p:cNvSpPr>
          <p:nvPr>
            <p:ph type="title"/>
          </p:nvPr>
        </p:nvSpPr>
        <p:spPr>
          <a:xfrm>
            <a:off x="457200" y="5349242"/>
            <a:ext cx="5638800" cy="1051558"/>
          </a:xfrm>
        </p:spPr>
        <p:txBody>
          <a:bodyPr anchor="b"/>
          <a:lstStyle>
            <a:lvl1pPr>
              <a:lnSpc>
                <a:spcPct val="110000"/>
              </a:lnSpc>
              <a:defRPr sz="2000">
                <a:latin typeface="+mn-lt"/>
              </a:defRPr>
            </a:lvl1pPr>
          </a:lstStyle>
          <a:p>
            <a:r>
              <a:rPr lang="en-US" dirty="0"/>
              <a:t>Click to edit Master title style</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F20AA6F4-6FEB-A645-BC84-8FD86BB56A56}" type="datetime1">
              <a:rPr lang="en-US" smtClean="0"/>
              <a:t>5/10/2026</a:t>
            </a:fld>
            <a:endParaRPr lang="en-US"/>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10" name="Content Placeholder 10">
            <a:extLst>
              <a:ext uri="{FF2B5EF4-FFF2-40B4-BE49-F238E27FC236}">
                <a16:creationId xmlns:a16="http://schemas.microsoft.com/office/drawing/2014/main" id="{FC49D795-05CD-88A6-65D2-CE59AB098CDC}"/>
              </a:ext>
            </a:extLst>
          </p:cNvPr>
          <p:cNvSpPr>
            <a:spLocks noGrp="1"/>
          </p:cNvSpPr>
          <p:nvPr>
            <p:ph sz="quarter" idx="14" hasCustomPrompt="1"/>
          </p:nvPr>
        </p:nvSpPr>
        <p:spPr>
          <a:xfrm>
            <a:off x="457200" y="152400"/>
            <a:ext cx="11277600" cy="4434840"/>
          </a:xfrm>
        </p:spPr>
        <p:txBody>
          <a:bodyPr anchor="t"/>
          <a:lstStyle>
            <a:lvl1pPr>
              <a:lnSpc>
                <a:spcPct val="90000"/>
              </a:lnSpc>
              <a:defRPr sz="30000">
                <a:latin typeface="+mj-lt"/>
              </a:defRPr>
            </a:lvl1pPr>
          </a:lstStyle>
          <a:p>
            <a:pPr lvl="0"/>
            <a:r>
              <a:rPr lang="en-US" dirty="0"/>
              <a:t>XX%</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11991989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mber Large 2">
    <p:bg>
      <p:bgRef idx="1001">
        <a:schemeClr val="bg2"/>
      </p:bgRef>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D779F90-4233-5235-D44A-38B021C817C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8" name="Title 7">
            <a:extLst>
              <a:ext uri="{FF2B5EF4-FFF2-40B4-BE49-F238E27FC236}">
                <a16:creationId xmlns:a16="http://schemas.microsoft.com/office/drawing/2014/main" id="{362229AA-0D53-41CE-F2F6-A43A58F408A6}"/>
              </a:ext>
            </a:extLst>
          </p:cNvPr>
          <p:cNvSpPr>
            <a:spLocks noGrp="1"/>
          </p:cNvSpPr>
          <p:nvPr>
            <p:ph type="title"/>
          </p:nvPr>
        </p:nvSpPr>
        <p:spPr>
          <a:xfrm>
            <a:off x="457200" y="5334002"/>
            <a:ext cx="5638800" cy="1066798"/>
          </a:xfrm>
        </p:spPr>
        <p:txBody>
          <a:bodyPr anchor="b"/>
          <a:lstStyle>
            <a:lvl1pPr>
              <a:lnSpc>
                <a:spcPct val="110000"/>
              </a:lnSpc>
              <a:defRPr sz="2000">
                <a:latin typeface="+mn-lt"/>
              </a:defRPr>
            </a:lvl1pPr>
          </a:lstStyle>
          <a:p>
            <a:r>
              <a:rPr lang="en-US"/>
              <a:t>Click to edit Master title style</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019C1F0A-369C-694C-9034-23649A99EDDB}" type="datetime1">
              <a:rPr lang="en-US" smtClean="0"/>
              <a:t>5/10/2026</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10" name="Content Placeholder 10">
            <a:extLst>
              <a:ext uri="{FF2B5EF4-FFF2-40B4-BE49-F238E27FC236}">
                <a16:creationId xmlns:a16="http://schemas.microsoft.com/office/drawing/2014/main" id="{2685CAE8-3040-D343-9736-69ED07ADEE28}"/>
              </a:ext>
            </a:extLst>
          </p:cNvPr>
          <p:cNvSpPr>
            <a:spLocks noGrp="1"/>
          </p:cNvSpPr>
          <p:nvPr>
            <p:ph sz="quarter" idx="14" hasCustomPrompt="1"/>
          </p:nvPr>
        </p:nvSpPr>
        <p:spPr>
          <a:xfrm>
            <a:off x="457200" y="152400"/>
            <a:ext cx="11277600" cy="4434840"/>
          </a:xfrm>
        </p:spPr>
        <p:txBody>
          <a:bodyPr anchor="t"/>
          <a:lstStyle>
            <a:lvl1pPr>
              <a:lnSpc>
                <a:spcPct val="90000"/>
              </a:lnSpc>
              <a:defRPr sz="30000">
                <a:latin typeface="+mj-lt"/>
              </a:defRPr>
            </a:lvl1pPr>
          </a:lstStyle>
          <a:p>
            <a:pPr lvl="0"/>
            <a:r>
              <a:rPr lang="en-US" dirty="0"/>
              <a:t>XX%</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41998124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Number Large 3">
    <p:bg>
      <p:bgRef idx="1001">
        <a:schemeClr val="bg2"/>
      </p:bgRef>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D779F90-4233-5235-D44A-38B021C817C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8" name="Title 7">
            <a:extLst>
              <a:ext uri="{FF2B5EF4-FFF2-40B4-BE49-F238E27FC236}">
                <a16:creationId xmlns:a16="http://schemas.microsoft.com/office/drawing/2014/main" id="{F9AC97C7-C18C-1AFB-595D-1164216CB3A0}"/>
              </a:ext>
            </a:extLst>
          </p:cNvPr>
          <p:cNvSpPr>
            <a:spLocks noGrp="1"/>
          </p:cNvSpPr>
          <p:nvPr>
            <p:ph type="title"/>
          </p:nvPr>
        </p:nvSpPr>
        <p:spPr>
          <a:xfrm>
            <a:off x="8991600" y="457200"/>
            <a:ext cx="2743200" cy="5943600"/>
          </a:xfrm>
        </p:spPr>
        <p:txBody>
          <a:bodyPr anchor="ctr"/>
          <a:lstStyle>
            <a:lvl1pPr>
              <a:lnSpc>
                <a:spcPct val="110000"/>
              </a:lnSpc>
              <a:defRPr sz="2000">
                <a:latin typeface="+mn-lt"/>
              </a:defRPr>
            </a:lvl1pPr>
          </a:lstStyle>
          <a:p>
            <a:r>
              <a:rPr lang="en-US"/>
              <a:t>Click to edit Master title style</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05CB68B-3B3F-204E-812A-7CA74DAAFECC}" type="datetime1">
              <a:rPr lang="en-US" smtClean="0"/>
              <a:t>5/10/2026</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11" name="Content Placeholder 10">
            <a:extLst>
              <a:ext uri="{FF2B5EF4-FFF2-40B4-BE49-F238E27FC236}">
                <a16:creationId xmlns:a16="http://schemas.microsoft.com/office/drawing/2014/main" id="{0794CDEE-6628-D8C2-4DD7-A2AF2B148E2B}"/>
              </a:ext>
            </a:extLst>
          </p:cNvPr>
          <p:cNvSpPr>
            <a:spLocks noGrp="1"/>
          </p:cNvSpPr>
          <p:nvPr>
            <p:ph sz="quarter" idx="14" hasCustomPrompt="1"/>
          </p:nvPr>
        </p:nvSpPr>
        <p:spPr>
          <a:xfrm>
            <a:off x="457200" y="762000"/>
            <a:ext cx="8077200" cy="5943600"/>
          </a:xfrm>
        </p:spPr>
        <p:txBody>
          <a:bodyPr anchor="ctr"/>
          <a:lstStyle>
            <a:lvl1pPr>
              <a:lnSpc>
                <a:spcPct val="90000"/>
              </a:lnSpc>
              <a:defRPr sz="30000">
                <a:latin typeface="+mj-lt"/>
              </a:defRPr>
            </a:lvl1pPr>
          </a:lstStyle>
          <a:p>
            <a:pPr lvl="0"/>
            <a:r>
              <a:rPr lang="en-US" dirty="0"/>
              <a:t>XX%</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77585432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2"/>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83016C-84F5-4C07-5F48-21162DFAD73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963A025-A5F8-BC41-857C-074A129970DD}" type="datetime1">
              <a:rPr lang="en-US" smtClean="0"/>
              <a:t>5/10/2026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57200" y="457200"/>
            <a:ext cx="7848600" cy="5943600"/>
          </a:xfrm>
        </p:spPr>
        <p:txBody>
          <a:bodyPr anchor="ctr">
            <a:normAutofit/>
          </a:bodyPr>
          <a:lstStyle>
            <a:lvl1pPr marL="0" indent="0">
              <a:lnSpc>
                <a:spcPct val="90000"/>
              </a:lnSpc>
              <a:spcBef>
                <a:spcPts val="0"/>
              </a:spcBef>
              <a:buNone/>
              <a:defRPr sz="6000" b="0">
                <a:latin typeface="+mj-lt"/>
              </a:defRPr>
            </a:lvl1pPr>
            <a:lvl2pPr marL="228600" indent="0">
              <a:lnSpc>
                <a:spcPct val="90000"/>
              </a:lnSpc>
              <a:spcBef>
                <a:spcPts val="0"/>
              </a:spcBef>
              <a:buNone/>
              <a:defRPr sz="6000" b="0">
                <a:latin typeface="+mj-lt"/>
              </a:defRPr>
            </a:lvl2pPr>
            <a:lvl3pPr marL="457200" indent="0">
              <a:lnSpc>
                <a:spcPct val="90000"/>
              </a:lnSpc>
              <a:spcBef>
                <a:spcPts val="0"/>
              </a:spcBef>
              <a:buNone/>
              <a:defRPr sz="6000" b="0">
                <a:latin typeface="+mj-lt"/>
              </a:defRPr>
            </a:lvl3pPr>
            <a:lvl4pPr marL="685800" indent="0">
              <a:lnSpc>
                <a:spcPct val="90000"/>
              </a:lnSpc>
              <a:spcBef>
                <a:spcPts val="0"/>
              </a:spcBef>
              <a:buNone/>
              <a:defRPr sz="6000" b="0">
                <a:latin typeface="+mj-lt"/>
              </a:defRPr>
            </a:lvl4pPr>
            <a:lvl5pPr marL="914400" indent="0">
              <a:lnSpc>
                <a:spcPct val="90000"/>
              </a:lnSpc>
              <a:spcBef>
                <a:spcPts val="0"/>
              </a:spcBef>
              <a:buNone/>
              <a:defRPr sz="6000" b="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670671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2">
    <p:bg>
      <p:bgRef idx="1001">
        <a:schemeClr val="bg2"/>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83016C-84F5-4C07-5F48-21162DFAD73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7E1A02B-DBB0-A046-81B0-FEDCAC57CE71}" type="datetime1">
              <a:rPr lang="en-US" smtClean="0"/>
              <a:t>5/10/2026</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57200" y="457200"/>
            <a:ext cx="7848600" cy="5943600"/>
          </a:xfrm>
        </p:spPr>
        <p:txBody>
          <a:bodyPr anchor="b">
            <a:normAutofit/>
          </a:bodyPr>
          <a:lstStyle>
            <a:lvl1pPr marL="0" indent="0">
              <a:lnSpc>
                <a:spcPct val="90000"/>
              </a:lnSpc>
              <a:spcBef>
                <a:spcPts val="0"/>
              </a:spcBef>
              <a:buNone/>
              <a:defRPr sz="6000" b="0">
                <a:latin typeface="+mj-lt"/>
              </a:defRPr>
            </a:lvl1pPr>
            <a:lvl2pPr marL="228600" indent="0">
              <a:lnSpc>
                <a:spcPct val="90000"/>
              </a:lnSpc>
              <a:spcBef>
                <a:spcPts val="0"/>
              </a:spcBef>
              <a:buNone/>
              <a:defRPr sz="6000" b="0">
                <a:latin typeface="+mj-lt"/>
              </a:defRPr>
            </a:lvl2pPr>
            <a:lvl3pPr marL="457200" indent="0">
              <a:lnSpc>
                <a:spcPct val="90000"/>
              </a:lnSpc>
              <a:spcBef>
                <a:spcPts val="0"/>
              </a:spcBef>
              <a:buNone/>
              <a:defRPr sz="6000" b="0">
                <a:latin typeface="+mj-lt"/>
              </a:defRPr>
            </a:lvl3pPr>
            <a:lvl4pPr marL="685800" indent="0">
              <a:lnSpc>
                <a:spcPct val="90000"/>
              </a:lnSpc>
              <a:spcBef>
                <a:spcPts val="0"/>
              </a:spcBef>
              <a:buNone/>
              <a:defRPr sz="6000" b="0">
                <a:latin typeface="+mj-lt"/>
              </a:defRPr>
            </a:lvl4pPr>
            <a:lvl5pPr marL="914400" indent="0">
              <a:lnSpc>
                <a:spcPct val="90000"/>
              </a:lnSpc>
              <a:spcBef>
                <a:spcPts val="0"/>
              </a:spcBef>
              <a:buNone/>
              <a:defRPr sz="6000" b="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428282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2"/>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83016C-84F5-4C07-5F48-21162DFAD73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1"/>
                </a:solidFill>
              </a:defRPr>
            </a:lvl1pPr>
          </a:lstStyle>
          <a:p>
            <a:fld id="{192E1041-C021-CE4A-9D2F-9EE16EB193AE}" type="datetime1">
              <a:rPr lang="en-US" smtClean="0"/>
              <a:t>5/10/2026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57200" y="457200"/>
            <a:ext cx="7848600" cy="5943600"/>
          </a:xfrm>
        </p:spPr>
        <p:txBody>
          <a:bodyPr anchor="t">
            <a:normAutofit/>
          </a:bodyPr>
          <a:lstStyle>
            <a:lvl1pPr marL="0" indent="0">
              <a:lnSpc>
                <a:spcPct val="90000"/>
              </a:lnSpc>
              <a:spcBef>
                <a:spcPts val="0"/>
              </a:spcBef>
              <a:buNone/>
              <a:defRPr sz="6000" b="0">
                <a:solidFill>
                  <a:schemeClr val="tx1"/>
                </a:solidFill>
                <a:latin typeface="+mj-lt"/>
              </a:defRPr>
            </a:lvl1pPr>
            <a:lvl2pPr marL="228600" indent="0">
              <a:lnSpc>
                <a:spcPct val="90000"/>
              </a:lnSpc>
              <a:spcBef>
                <a:spcPts val="0"/>
              </a:spcBef>
              <a:buNone/>
              <a:defRPr sz="6000" b="0">
                <a:solidFill>
                  <a:schemeClr val="tx1"/>
                </a:solidFill>
                <a:latin typeface="+mj-lt"/>
              </a:defRPr>
            </a:lvl2pPr>
            <a:lvl3pPr marL="457200" indent="0">
              <a:lnSpc>
                <a:spcPct val="90000"/>
              </a:lnSpc>
              <a:spcBef>
                <a:spcPts val="0"/>
              </a:spcBef>
              <a:buNone/>
              <a:defRPr sz="6000" b="0">
                <a:solidFill>
                  <a:schemeClr val="tx1"/>
                </a:solidFill>
                <a:latin typeface="+mj-lt"/>
              </a:defRPr>
            </a:lvl3pPr>
            <a:lvl4pPr marL="685800" indent="0">
              <a:lnSpc>
                <a:spcPct val="90000"/>
              </a:lnSpc>
              <a:spcBef>
                <a:spcPts val="0"/>
              </a:spcBef>
              <a:buNone/>
              <a:defRPr sz="6000" b="0">
                <a:solidFill>
                  <a:schemeClr val="tx1"/>
                </a:solidFill>
                <a:latin typeface="+mj-lt"/>
              </a:defRPr>
            </a:lvl4pPr>
            <a:lvl5pPr marL="914400" indent="0">
              <a:lnSpc>
                <a:spcPct val="90000"/>
              </a:lnSpc>
              <a:spcBef>
                <a:spcPts val="0"/>
              </a:spcBef>
              <a:buNone/>
              <a:defRPr sz="6000" b="0">
                <a:solidFill>
                  <a:schemeClr val="tx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41381736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BD18808-DE46-2A18-8307-D05A834D308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79726570-6B1E-6E56-BA3E-287729FA2846}"/>
              </a:ext>
            </a:extLst>
          </p:cNvPr>
          <p:cNvSpPr>
            <a:spLocks noGrp="1"/>
          </p:cNvSpPr>
          <p:nvPr>
            <p:ph type="title" hasCustomPrompt="1"/>
          </p:nvPr>
        </p:nvSpPr>
        <p:spPr>
          <a:xfrm>
            <a:off x="8991598" y="457200"/>
            <a:ext cx="2743200" cy="5943600"/>
          </a:xfrm>
          <a:prstGeom prst="rect">
            <a:avLst/>
          </a:prstGeom>
        </p:spPr>
        <p:txBody>
          <a:bodyPr anchor="b">
            <a:normAutofit/>
          </a:bodyPr>
          <a:lstStyle>
            <a:lvl1pPr>
              <a:lnSpc>
                <a:spcPct val="120000"/>
              </a:lnSpc>
              <a:defRPr sz="2000" b="0" i="0" spc="0">
                <a:solidFill>
                  <a:schemeClr val="tx1"/>
                </a:solidFill>
                <a:latin typeface="+mn-lt"/>
              </a:defRPr>
            </a:lvl1pPr>
          </a:lstStyle>
          <a:p>
            <a:r>
              <a:rPr lang="en-US"/>
              <a:t>Quote Author</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B19110DB-B309-8C4D-B2B7-2B6318BF3864}" type="datetime1">
              <a:rPr lang="en-US" smtClean="0"/>
              <a:t>5/10/2026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7" name="Content Placeholder 7">
            <a:extLst>
              <a:ext uri="{FF2B5EF4-FFF2-40B4-BE49-F238E27FC236}">
                <a16:creationId xmlns:a16="http://schemas.microsoft.com/office/drawing/2014/main" id="{F2B13095-060E-7C64-69EA-E7821D5019ED}"/>
              </a:ext>
            </a:extLst>
          </p:cNvPr>
          <p:cNvSpPr>
            <a:spLocks noGrp="1"/>
          </p:cNvSpPr>
          <p:nvPr>
            <p:ph sz="quarter" idx="15" hasCustomPrompt="1"/>
          </p:nvPr>
        </p:nvSpPr>
        <p:spPr>
          <a:xfrm>
            <a:off x="457200" y="457200"/>
            <a:ext cx="7848600" cy="5943600"/>
          </a:xfrm>
        </p:spPr>
        <p:txBody>
          <a:bodyPr anchor="t"/>
          <a:lstStyle>
            <a:lvl1pPr>
              <a:lnSpc>
                <a:spcPct val="90000"/>
              </a:lnSpc>
              <a:defRPr sz="6000">
                <a:latin typeface="+mj-lt"/>
              </a:defRPr>
            </a:lvl1pPr>
          </a:lstStyle>
          <a:p>
            <a:pPr lvl="0"/>
            <a:r>
              <a:rPr lang="en-US" dirty="0"/>
              <a:t>Click to add Quote</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927535567"/>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BD18808-DE46-2A18-8307-D05A834D308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79726570-6B1E-6E56-BA3E-287729FA2846}"/>
              </a:ext>
            </a:extLst>
          </p:cNvPr>
          <p:cNvSpPr>
            <a:spLocks noGrp="1"/>
          </p:cNvSpPr>
          <p:nvPr>
            <p:ph type="title" hasCustomPrompt="1"/>
          </p:nvPr>
        </p:nvSpPr>
        <p:spPr>
          <a:xfrm>
            <a:off x="457200" y="5937084"/>
            <a:ext cx="9144000" cy="466344"/>
          </a:xfrm>
          <a:prstGeom prst="rect">
            <a:avLst/>
          </a:prstGeom>
        </p:spPr>
        <p:txBody>
          <a:bodyPr anchor="b">
            <a:normAutofit/>
          </a:bodyPr>
          <a:lstStyle>
            <a:lvl1pPr>
              <a:lnSpc>
                <a:spcPct val="120000"/>
              </a:lnSpc>
              <a:defRPr sz="2000" b="0" i="0" spc="0">
                <a:solidFill>
                  <a:schemeClr val="tx1"/>
                </a:solidFill>
                <a:latin typeface="+mn-lt"/>
              </a:defRPr>
            </a:lvl1pPr>
          </a:lstStyle>
          <a:p>
            <a:r>
              <a:rPr lang="en-US"/>
              <a:t>Quote Author</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FCCD263F-17D1-DD49-AE75-3B385E0CFFA9}" type="datetime1">
              <a:rPr lang="en-US" smtClean="0"/>
              <a:t>5/10/2026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6" name="Content Placeholder 7">
            <a:extLst>
              <a:ext uri="{FF2B5EF4-FFF2-40B4-BE49-F238E27FC236}">
                <a16:creationId xmlns:a16="http://schemas.microsoft.com/office/drawing/2014/main" id="{58A7DA2E-06EC-D8CE-ACE3-28D98B5AC26C}"/>
              </a:ext>
            </a:extLst>
          </p:cNvPr>
          <p:cNvSpPr>
            <a:spLocks noGrp="1"/>
          </p:cNvSpPr>
          <p:nvPr>
            <p:ph sz="quarter" idx="15" hasCustomPrompt="1"/>
          </p:nvPr>
        </p:nvSpPr>
        <p:spPr>
          <a:xfrm>
            <a:off x="457200" y="454572"/>
            <a:ext cx="11277600" cy="5417308"/>
          </a:xfrm>
        </p:spPr>
        <p:txBody>
          <a:bodyPr anchor="b"/>
          <a:lstStyle>
            <a:lvl1pPr>
              <a:lnSpc>
                <a:spcPct val="90000"/>
              </a:lnSpc>
              <a:defRPr sz="6000">
                <a:latin typeface="+mj-lt"/>
              </a:defRPr>
            </a:lvl1pPr>
          </a:lstStyle>
          <a:p>
            <a:pPr lvl="0"/>
            <a:r>
              <a:rPr lang="en-US" dirty="0"/>
              <a:t>Click to add Quote</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891622741"/>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BD18808-DE46-2A18-8307-D05A834D3087}"/>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79726570-6B1E-6E56-BA3E-287729FA2846}"/>
              </a:ext>
            </a:extLst>
          </p:cNvPr>
          <p:cNvSpPr>
            <a:spLocks noGrp="1"/>
          </p:cNvSpPr>
          <p:nvPr>
            <p:ph type="title" hasCustomPrompt="1"/>
          </p:nvPr>
        </p:nvSpPr>
        <p:spPr>
          <a:xfrm>
            <a:off x="8763000" y="457200"/>
            <a:ext cx="2971800" cy="5946228"/>
          </a:xfrm>
          <a:prstGeom prst="rect">
            <a:avLst/>
          </a:prstGeom>
        </p:spPr>
        <p:txBody>
          <a:bodyPr anchor="ctr">
            <a:normAutofit/>
          </a:bodyPr>
          <a:lstStyle>
            <a:lvl1pPr>
              <a:lnSpc>
                <a:spcPct val="120000"/>
              </a:lnSpc>
              <a:defRPr sz="2000" b="0" i="0" spc="0">
                <a:solidFill>
                  <a:schemeClr val="tx1"/>
                </a:solidFill>
                <a:latin typeface="+mn-lt"/>
              </a:defRPr>
            </a:lvl1pPr>
          </a:lstStyle>
          <a:p>
            <a:r>
              <a:rPr lang="en-US" dirty="0"/>
              <a:t>Quote Author</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1664374B-BFF6-3C4D-A435-E85D19EC7285}" type="datetime1">
              <a:rPr lang="en-US" smtClean="0"/>
              <a:t>5/10/2026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8" name="Content Placeholder 7">
            <a:extLst>
              <a:ext uri="{FF2B5EF4-FFF2-40B4-BE49-F238E27FC236}">
                <a16:creationId xmlns:a16="http://schemas.microsoft.com/office/drawing/2014/main" id="{3BD97FB3-18C6-51BD-4179-B642A2A709C5}"/>
              </a:ext>
            </a:extLst>
          </p:cNvPr>
          <p:cNvSpPr>
            <a:spLocks noGrp="1"/>
          </p:cNvSpPr>
          <p:nvPr>
            <p:ph sz="quarter" idx="15" hasCustomPrompt="1"/>
          </p:nvPr>
        </p:nvSpPr>
        <p:spPr>
          <a:xfrm>
            <a:off x="457200" y="457200"/>
            <a:ext cx="7848600" cy="5943600"/>
          </a:xfrm>
        </p:spPr>
        <p:txBody>
          <a:bodyPr anchor="ctr"/>
          <a:lstStyle>
            <a:lvl1pPr>
              <a:lnSpc>
                <a:spcPct val="90000"/>
              </a:lnSpc>
              <a:defRPr sz="6000">
                <a:latin typeface="+mj-lt"/>
              </a:defRPr>
            </a:lvl1pPr>
          </a:lstStyle>
          <a:p>
            <a:pPr lvl="0"/>
            <a:r>
              <a:rPr lang="en-US" dirty="0"/>
              <a:t>Click to add Quote</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255237308"/>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5431640-8AD9-CB9D-CC0B-964AF3B74D51}"/>
              </a:ext>
            </a:extLst>
          </p:cNvPr>
          <p:cNvSpPr>
            <a:spLocks noGrp="1"/>
          </p:cNvSpPr>
          <p:nvPr>
            <p:ph type="title"/>
          </p:nvPr>
        </p:nvSpPr>
        <p:spPr>
          <a:xfrm>
            <a:off x="457201" y="457201"/>
            <a:ext cx="11277598" cy="914400"/>
          </a:xfrm>
          <a:prstGeom prst="rect">
            <a:avLst/>
          </a:prstGeom>
        </p:spPr>
        <p:txBody>
          <a:bodyPr anchor="t"/>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9C4FF47-482A-5A42-BC2B-D17760A60D7C}" type="datetime1">
              <a:rPr lang="en-US" smtClean="0"/>
              <a:t>5/10/2026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457200" y="1825624"/>
            <a:ext cx="5230495" cy="4575175"/>
          </a:xfrm>
        </p:spPr>
        <p:txBody>
          <a:bodyPr/>
          <a:lstStyle>
            <a:lvl1pPr>
              <a:lnSpc>
                <a:spcPct val="100000"/>
              </a:lnSpc>
              <a:spcBef>
                <a:spcPts val="0"/>
              </a:spcBef>
              <a:defRPr b="0"/>
            </a:lvl1pPr>
            <a:lvl2pPr>
              <a:lnSpc>
                <a:spcPct val="100000"/>
              </a:lnSpc>
              <a:spcBef>
                <a:spcPts val="0"/>
              </a:spcBef>
              <a:defRPr/>
            </a:lvl2pPr>
            <a:lvl3pPr>
              <a:lnSpc>
                <a:spcPct val="100000"/>
              </a:lnSpc>
              <a:spcBef>
                <a:spcPts val="0"/>
              </a:spcBef>
              <a:defRPr/>
            </a:lvl3pPr>
            <a:lvl4pPr>
              <a:lnSpc>
                <a:spcPct val="100000"/>
              </a:lnSpc>
              <a:spcBef>
                <a:spcPts val="0"/>
              </a:spcBef>
              <a:defRPr/>
            </a:lvl4pPr>
            <a:lvl5pPr>
              <a:lnSpc>
                <a:spcPct val="10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504307" y="1825625"/>
            <a:ext cx="5230493" cy="4575174"/>
          </a:xfrm>
        </p:spPr>
        <p:txBody>
          <a:bodyPr/>
          <a:lstStyle>
            <a:lvl1pPr>
              <a:lnSpc>
                <a:spcPct val="100000"/>
              </a:lnSpc>
              <a:spcBef>
                <a:spcPts val="0"/>
              </a:spcBef>
              <a:defRPr b="0"/>
            </a:lvl1pPr>
            <a:lvl2pPr>
              <a:lnSpc>
                <a:spcPct val="100000"/>
              </a:lnSpc>
              <a:spcBef>
                <a:spcPts val="0"/>
              </a:spcBef>
              <a:defRPr/>
            </a:lvl2pPr>
            <a:lvl3pPr>
              <a:lnSpc>
                <a:spcPct val="100000"/>
              </a:lnSpc>
              <a:spcBef>
                <a:spcPts val="0"/>
              </a:spcBef>
              <a:defRPr/>
            </a:lvl3pPr>
            <a:lvl4pPr>
              <a:lnSpc>
                <a:spcPct val="100000"/>
              </a:lnSpc>
              <a:spcBef>
                <a:spcPts val="0"/>
              </a:spcBef>
              <a:defRPr/>
            </a:lvl4pPr>
            <a:lvl5pPr>
              <a:lnSpc>
                <a:spcPct val="10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848987082"/>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CDF3CAC-6CE7-7E83-9091-EB44FB9BBAEA}"/>
              </a:ext>
            </a:extLst>
          </p:cNvPr>
          <p:cNvSpPr>
            <a:spLocks noGrp="1"/>
          </p:cNvSpPr>
          <p:nvPr>
            <p:ph type="title"/>
          </p:nvPr>
        </p:nvSpPr>
        <p:spPr>
          <a:xfrm>
            <a:off x="457200" y="457200"/>
            <a:ext cx="11277600" cy="914400"/>
          </a:xfrm>
          <a:prstGeom prst="rect">
            <a:avLst/>
          </a:prstGeom>
        </p:spPr>
        <p:txBody>
          <a:bodyPr anchor="t"/>
          <a:lstStyle/>
          <a:p>
            <a:r>
              <a:rPr lang="en-US"/>
              <a:t>Click to edit Master title style</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A0E0A138-5AFC-9A4D-A014-96125C4D80CC}" type="datetime1">
              <a:rPr lang="en-US" smtClean="0"/>
              <a:t>5/10/2026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0" y="1823847"/>
            <a:ext cx="5227320" cy="354857"/>
          </a:xfrm>
        </p:spPr>
        <p:txBody>
          <a:bodyPr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457200" y="2286000"/>
            <a:ext cx="5227638" cy="4114800"/>
          </a:xfrm>
        </p:spPr>
        <p:txBody>
          <a:bodyPr/>
          <a:lstStyle>
            <a:lvl1pPr>
              <a:lnSpc>
                <a:spcPct val="100000"/>
              </a:lnSpc>
              <a:spcBef>
                <a:spcPts val="0"/>
              </a:spcBef>
              <a:defRPr b="0"/>
            </a:lvl1pPr>
            <a:lvl2pPr>
              <a:lnSpc>
                <a:spcPct val="100000"/>
              </a:lnSpc>
              <a:spcBef>
                <a:spcPts val="0"/>
              </a:spcBef>
              <a:defRPr/>
            </a:lvl2pPr>
            <a:lvl3pPr>
              <a:lnSpc>
                <a:spcPct val="100000"/>
              </a:lnSpc>
              <a:spcBef>
                <a:spcPts val="0"/>
              </a:spcBef>
              <a:defRPr/>
            </a:lvl3pPr>
            <a:lvl4pPr>
              <a:lnSpc>
                <a:spcPct val="100000"/>
              </a:lnSpc>
              <a:spcBef>
                <a:spcPts val="0"/>
              </a:spcBef>
              <a:defRPr/>
            </a:lvl4pPr>
            <a:lvl5pPr>
              <a:lnSpc>
                <a:spcPct val="10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501381" y="1823847"/>
            <a:ext cx="5233417" cy="354858"/>
          </a:xfrm>
        </p:spPr>
        <p:txBody>
          <a:bodyPr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501092" y="2286000"/>
            <a:ext cx="5233708" cy="4114800"/>
          </a:xfrm>
        </p:spPr>
        <p:txBody>
          <a:bodyPr/>
          <a:lstStyle>
            <a:lvl1pPr>
              <a:lnSpc>
                <a:spcPct val="100000"/>
              </a:lnSpc>
              <a:spcBef>
                <a:spcPts val="0"/>
              </a:spcBef>
              <a:defRPr b="0"/>
            </a:lvl1pPr>
            <a:lvl2pPr>
              <a:lnSpc>
                <a:spcPct val="100000"/>
              </a:lnSpc>
              <a:spcBef>
                <a:spcPts val="0"/>
              </a:spcBef>
              <a:defRPr/>
            </a:lvl2pPr>
            <a:lvl3pPr>
              <a:lnSpc>
                <a:spcPct val="100000"/>
              </a:lnSpc>
              <a:spcBef>
                <a:spcPts val="0"/>
              </a:spcBef>
              <a:defRPr/>
            </a:lvl3pPr>
            <a:lvl4pPr>
              <a:lnSpc>
                <a:spcPct val="100000"/>
              </a:lnSpc>
              <a:spcBef>
                <a:spcPts val="0"/>
              </a:spcBef>
              <a:defRPr/>
            </a:lvl4pPr>
            <a:lvl5pPr>
              <a:lnSpc>
                <a:spcPct val="10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514190615"/>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457200" y="457201"/>
            <a:ext cx="11277600" cy="914400"/>
          </a:xfrm>
          <a:prstGeom prst="rect">
            <a:avLst/>
          </a:prstGeo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3BF1EA9-87CF-8343-9776-D1D52A179B2E}" type="datetime1">
              <a:rPr lang="en-US" smtClean="0"/>
              <a:t>5/10/2026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390822174"/>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889506F-D76B-DF43-A96B-B8A73BD734D5}" type="datetime1">
              <a:rPr lang="en-US" smtClean="0"/>
              <a:t>5/10/2026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542379939"/>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DB8EF09-85B4-2CB8-82A3-EECAE01D45AD}"/>
              </a:ext>
            </a:extLst>
          </p:cNvPr>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prstGeom prst="rect">
            <a:avLst/>
          </a:prstGeom>
        </p:spPr>
      </p:pic>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57200" y="457201"/>
            <a:ext cx="3810000" cy="1676400"/>
          </a:xfrm>
          <a:prstGeom prst="rect">
            <a:avLst/>
          </a:prstGeom>
        </p:spPr>
        <p:txBody>
          <a:bodyPr anchor="t">
            <a:normAutofit/>
          </a:bodyPr>
          <a:lstStyle>
            <a:lvl1pPr>
              <a:defRPr sz="3600"/>
            </a:lvl1pPr>
          </a:lstStyle>
          <a:p>
            <a:r>
              <a:rPr lang="en-US"/>
              <a:t>Click to edit Master title style</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2777B30-84C4-E14A-AD9D-99C744B58D2B}" type="datetime1">
              <a:rPr lang="en-US" smtClean="0"/>
              <a:t>5/10/2026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57200" y="2458616"/>
            <a:ext cx="3810000" cy="3942184"/>
          </a:xfrm>
        </p:spPr>
        <p:txBody>
          <a:bodyPr anchor="t">
            <a:normAutofit/>
          </a:bodyPr>
          <a:lstStyle>
            <a:lvl1pPr marL="0" indent="0">
              <a:lnSpc>
                <a:spcPct val="100000"/>
              </a:lnSpc>
              <a:spcBef>
                <a:spcPts val="0"/>
              </a:spcBef>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00600" y="457200"/>
            <a:ext cx="6934200" cy="5943600"/>
          </a:xfrm>
        </p:spPr>
        <p:txBody>
          <a:bodyPr vert="horz" lIns="91440" tIns="45720" rIns="91440" bIns="45720" rtlCol="0">
            <a:normAutofit/>
          </a:bodyPr>
          <a:lstStyle>
            <a:lvl1pPr>
              <a:spcBef>
                <a:spcPts val="0"/>
              </a:spcBef>
              <a:defRPr lang="en-US" b="0" dirty="0"/>
            </a:lvl1pPr>
            <a:lvl2pPr>
              <a:spcBef>
                <a:spcPts val="0"/>
              </a:spcBef>
              <a:defRPr lang="en-US" dirty="0"/>
            </a:lvl2pPr>
            <a:lvl3pPr>
              <a:spcBef>
                <a:spcPts val="0"/>
              </a:spcBef>
              <a:defRPr lang="en-US" dirty="0"/>
            </a:lvl3pPr>
            <a:lvl4pPr>
              <a:spcBef>
                <a:spcPts val="0"/>
              </a:spcBef>
              <a:defRPr lang="en-US" dirty="0"/>
            </a:lvl4pPr>
            <a:lvl5pPr>
              <a:spcBef>
                <a:spcPts val="0"/>
              </a:spcBef>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058795679"/>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0935E8B-BB8A-9B48-4EC5-768D5E3A1DD2}"/>
              </a:ext>
            </a:extLst>
          </p:cNvPr>
          <p:cNvPicPr/>
          <p:nvPr userDrawn="1"/>
        </p:nvPicPr>
        <p:blipFill>
          <a:blip r:embed="rId2">
            <a:extLst>
              <a:ext uri="{28A0092B-C50C-407E-A947-70E740481C1C}">
                <a14:useLocalDpi xmlns:a14="http://schemas.microsoft.com/office/drawing/2010/main" val="0"/>
              </a:ext>
            </a:extLst>
          </a:blip>
          <a:srcRect/>
          <a:stretch/>
        </p:blipFill>
        <p:spPr>
          <a:xfrm flipH="1">
            <a:off x="5649" y="3174"/>
            <a:ext cx="12186352" cy="6854823"/>
          </a:xfrm>
          <a:custGeom>
            <a:avLst/>
            <a:gdLst>
              <a:gd name="csX0" fmla="*/ 7467602 w 12186353"/>
              <a:gd name="csY0" fmla="*/ 454026 h 6854823"/>
              <a:gd name="csX1" fmla="*/ 7467602 w 12186353"/>
              <a:gd name="csY1" fmla="*/ 6397626 h 6854823"/>
              <a:gd name="csX2" fmla="*/ 457203 w 12186353"/>
              <a:gd name="csY2" fmla="*/ 6397626 h 6854823"/>
              <a:gd name="csX3" fmla="*/ 457203 w 12186353"/>
              <a:gd name="csY3" fmla="*/ 454026 h 6854823"/>
              <a:gd name="csX4" fmla="*/ 12186353 w 12186353"/>
              <a:gd name="csY4" fmla="*/ 0 h 6854823"/>
              <a:gd name="csX5" fmla="*/ 0 w 12186353"/>
              <a:gd name="csY5" fmla="*/ 0 h 6854823"/>
              <a:gd name="csX6" fmla="*/ 0 w 12186353"/>
              <a:gd name="csY6" fmla="*/ 6854823 h 6854823"/>
              <a:gd name="csX7" fmla="*/ 12186353 w 12186353"/>
              <a:gd name="csY7" fmla="*/ 6854823 h 6854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86353" h="6854823">
                <a:moveTo>
                  <a:pt x="7467602" y="454026"/>
                </a:moveTo>
                <a:lnTo>
                  <a:pt x="7467602" y="6397626"/>
                </a:lnTo>
                <a:lnTo>
                  <a:pt x="457203" y="6397626"/>
                </a:lnTo>
                <a:lnTo>
                  <a:pt x="457203" y="454026"/>
                </a:lnTo>
                <a:close/>
                <a:moveTo>
                  <a:pt x="12186353" y="0"/>
                </a:moveTo>
                <a:lnTo>
                  <a:pt x="0" y="0"/>
                </a:lnTo>
                <a:lnTo>
                  <a:pt x="0" y="6854823"/>
                </a:lnTo>
                <a:lnTo>
                  <a:pt x="12186353" y="6854823"/>
                </a:lnTo>
                <a:close/>
              </a:path>
            </a:pathLst>
          </a:custGeom>
        </p:spPr>
      </p:pic>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57200" y="457200"/>
            <a:ext cx="3810000" cy="2971800"/>
          </a:xfrm>
          <a:prstGeom prst="rect">
            <a:avLst/>
          </a:prstGeom>
        </p:spPr>
        <p:txBody>
          <a:bodyPr anchor="t">
            <a:normAutofit/>
          </a:bodyPr>
          <a:lstStyle>
            <a:lvl1pPr>
              <a:defRPr sz="3600"/>
            </a:lvl1pPr>
          </a:lstStyle>
          <a:p>
            <a:r>
              <a:rPr lang="en-US"/>
              <a:t>Click to edit Master title style</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AB2B00D-D41F-AF4D-9311-8F7464F57478}" type="datetime1">
              <a:rPr lang="en-US" smtClean="0"/>
              <a:t>5/10/2026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0" y="3810000"/>
            <a:ext cx="3810000" cy="2590800"/>
          </a:xfrm>
        </p:spPr>
        <p:txBody>
          <a:bodyPr anchor="b"/>
          <a:lstStyle>
            <a:lvl1pPr marL="0" indent="0">
              <a:lnSpc>
                <a:spcPct val="100000"/>
              </a:lnSpc>
              <a:spcBef>
                <a:spcPts val="0"/>
              </a:spcBef>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0" name="Picture Placeholder 2">
            <a:extLst>
              <a:ext uri="{FF2B5EF4-FFF2-40B4-BE49-F238E27FC236}">
                <a16:creationId xmlns:a16="http://schemas.microsoft.com/office/drawing/2014/main" id="{0D567F4A-97DA-0A34-ED21-0C003CA8AF5F}"/>
              </a:ext>
            </a:extLst>
          </p:cNvPr>
          <p:cNvSpPr>
            <a:spLocks noGrp="1"/>
          </p:cNvSpPr>
          <p:nvPr>
            <p:ph type="pic" idx="1" hasCustomPrompt="1"/>
          </p:nvPr>
        </p:nvSpPr>
        <p:spPr>
          <a:xfrm>
            <a:off x="4724400" y="457200"/>
            <a:ext cx="7010399" cy="5943600"/>
          </a:xfrm>
          <a:blipFill>
            <a:blip r:embed="rId3" cstate="email">
              <a:alphaModFix amt="60000"/>
              <a:extLst>
                <a:ext uri="{28A0092B-C50C-407E-A947-70E740481C1C}">
                  <a14:useLocalDpi xmlns:a14="http://schemas.microsoft.com/office/drawing/2010/main"/>
                </a:ext>
              </a:extLst>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424960928"/>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087CE1-ACE0-D6A3-D3B7-DF95BF55950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prstGeom prst="rect">
            <a:avLst/>
          </a:prstGeom>
        </p:spPr>
      </p:pic>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199" y="457200"/>
            <a:ext cx="8305801" cy="2971800"/>
          </a:xfrm>
          <a:prstGeom prst="rect">
            <a:avLst/>
          </a:prstGeom>
        </p:spPr>
        <p:txBody>
          <a:bodyPr anchor="b">
            <a:normAutofit/>
          </a:bodyPr>
          <a:lstStyle>
            <a:lvl1pPr>
              <a:defRPr sz="6000">
                <a:solidFill>
                  <a:schemeClr val="tx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ED1D72C-8184-5840-B481-389540A01A17}"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57198" y="3733800"/>
            <a:ext cx="11277599" cy="2666998"/>
          </a:xfrm>
        </p:spPr>
        <p:txBody>
          <a:bodyPr/>
          <a:lstStyle>
            <a:lvl1pPr marL="0" indent="0">
              <a:lnSpc>
                <a:spcPct val="100000"/>
              </a:lnSpc>
              <a:spcBef>
                <a:spcPts val="0"/>
              </a:spcBef>
              <a:buNone/>
              <a:defRPr>
                <a:solidFill>
                  <a:schemeClr val="tx1"/>
                </a:solidFill>
              </a:defRPr>
            </a:lvl1pPr>
            <a:lvl2pPr marL="228600" indent="0">
              <a:lnSpc>
                <a:spcPct val="100000"/>
              </a:lnSpc>
              <a:spcBef>
                <a:spcPts val="0"/>
              </a:spcBef>
              <a:buNone/>
              <a:defRPr>
                <a:solidFill>
                  <a:schemeClr val="tx1"/>
                </a:solidFill>
              </a:defRPr>
            </a:lvl2pPr>
            <a:lvl3pPr marL="457200" indent="0">
              <a:lnSpc>
                <a:spcPct val="100000"/>
              </a:lnSpc>
              <a:spcBef>
                <a:spcPts val="0"/>
              </a:spcBef>
              <a:buNone/>
              <a:defRPr>
                <a:solidFill>
                  <a:schemeClr val="tx1"/>
                </a:solidFill>
              </a:defRPr>
            </a:lvl3pPr>
            <a:lvl4pPr marL="685800" indent="0">
              <a:lnSpc>
                <a:spcPct val="100000"/>
              </a:lnSpc>
              <a:spcBef>
                <a:spcPts val="0"/>
              </a:spcBef>
              <a:buNone/>
              <a:defRPr>
                <a:solidFill>
                  <a:schemeClr val="tx1"/>
                </a:solidFill>
              </a:defRPr>
            </a:lvl4pPr>
            <a:lvl5pPr marL="914400" indent="0">
              <a:lnSpc>
                <a:spcPct val="100000"/>
              </a:lnSpc>
              <a:spcBef>
                <a:spcPts val="0"/>
              </a:spcBef>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24166167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3DF1DC1-62BC-8F1C-64E5-A5FBEAB8F40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9" y="3174"/>
            <a:ext cx="12186352" cy="6854823"/>
          </a:xfrm>
          <a:prstGeom prst="rect">
            <a:avLst/>
          </a:prstGeom>
        </p:spPr>
      </p:pic>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1" y="457200"/>
            <a:ext cx="5638799" cy="2971800"/>
          </a:xfrm>
          <a:prstGeom prst="rect">
            <a:avLst/>
          </a:prstGeom>
        </p:spPr>
        <p:txBody>
          <a:bodyPr anchor="t">
            <a:noAutofit/>
          </a:bodyPr>
          <a:lstStyle>
            <a:lvl1pPr>
              <a:defRPr sz="6000"/>
            </a:lvl1pPr>
          </a:lstStyle>
          <a:p>
            <a:r>
              <a:rPr lang="en-US" dirty="0"/>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B32C1FE-0BA1-514C-8495-D43A7528783D}" type="datetime1">
              <a:rPr lang="en-US" smtClean="0"/>
              <a:t>5/10/2026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57201" y="3810000"/>
            <a:ext cx="8382000" cy="2590800"/>
          </a:xfrm>
        </p:spPr>
        <p:txBody>
          <a:bodyPr anchor="b">
            <a:normAutofit/>
          </a:bodyPr>
          <a:lstStyle>
            <a:lvl1pPr marL="0" indent="0">
              <a:lnSpc>
                <a:spcPct val="100000"/>
              </a:lnSpc>
              <a:spcBef>
                <a:spcPts val="0"/>
              </a:spcBef>
              <a:buNone/>
              <a:defRPr sz="2000"/>
            </a:lvl1pPr>
            <a:lvl2pPr marL="228600" indent="0">
              <a:lnSpc>
                <a:spcPct val="100000"/>
              </a:lnSpc>
              <a:spcBef>
                <a:spcPts val="0"/>
              </a:spcBef>
              <a:buNone/>
              <a:defRPr sz="2000"/>
            </a:lvl2pPr>
            <a:lvl3pPr marL="457200" indent="0">
              <a:lnSpc>
                <a:spcPct val="100000"/>
              </a:lnSpc>
              <a:spcBef>
                <a:spcPts val="0"/>
              </a:spcBef>
              <a:buNone/>
              <a:defRPr sz="2000"/>
            </a:lvl3pPr>
            <a:lvl4pPr marL="685800" indent="0">
              <a:lnSpc>
                <a:spcPct val="100000"/>
              </a:lnSpc>
              <a:spcBef>
                <a:spcPts val="0"/>
              </a:spcBef>
              <a:buNone/>
              <a:defRPr sz="2000"/>
            </a:lvl4pPr>
            <a:lvl5pPr marL="914400" indent="0">
              <a:lnSpc>
                <a:spcPct val="100000"/>
              </a:lnSpc>
              <a:spcBef>
                <a:spcPts val="0"/>
              </a:spcBef>
              <a:buNone/>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91385520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7200" y="457201"/>
            <a:ext cx="11277600" cy="9144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7200" y="1752601"/>
            <a:ext cx="11277599" cy="464819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76200" y="76201"/>
            <a:ext cx="1447800" cy="381000"/>
          </a:xfrm>
          <a:prstGeom prst="rect">
            <a:avLst/>
          </a:prstGeom>
        </p:spPr>
        <p:txBody>
          <a:bodyPr vert="horz" lIns="91440" tIns="45720" rIns="91440" bIns="45720" rtlCol="0" anchor="t"/>
          <a:lstStyle>
            <a:lvl1pPr algn="l" rtl="0">
              <a:defRPr sz="900" b="0" i="0" cap="all" spc="50" baseline="0">
                <a:solidFill>
                  <a:schemeClr val="tx1"/>
                </a:solidFill>
                <a:latin typeface="+mn-lt"/>
              </a:defRPr>
            </a:lvl1pPr>
          </a:lstStyle>
          <a:p>
            <a:fld id="{ABF82D58-E94F-DA46-9A9B-DBAB917AB2DD}" type="datetime1">
              <a:rPr lang="en-US" smtClean="0"/>
              <a:pPr/>
              <a:t>5/10/2026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096000" y="76201"/>
            <a:ext cx="6019800" cy="381000"/>
          </a:xfrm>
          <a:prstGeom prst="rect">
            <a:avLst/>
          </a:prstGeom>
        </p:spPr>
        <p:txBody>
          <a:bodyPr vert="horz" lIns="91440" tIns="45720" rIns="91440" bIns="45720" rtlCol="0" anchor="t"/>
          <a:lstStyle>
            <a:lvl1pPr algn="r" rtl="0">
              <a:defRPr sz="900" b="0" i="0" cap="all" spc="50" baseline="0">
                <a:solidFill>
                  <a:schemeClr val="tx1"/>
                </a:solidFill>
                <a:latin typeface="+mn-lt"/>
              </a:defRPr>
            </a:lvl1pPr>
          </a:lstStyle>
          <a:p>
            <a:r>
              <a:rPr lang="en-US"/>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0820400" y="6400800"/>
            <a:ext cx="1295400" cy="381000"/>
          </a:xfrm>
          <a:prstGeom prst="rect">
            <a:avLst/>
          </a:prstGeom>
        </p:spPr>
        <p:txBody>
          <a:bodyPr vert="horz" lIns="91440" tIns="45720" rIns="91440" bIns="45720" rtlCol="0" anchor="b"/>
          <a:lstStyle>
            <a:lvl1pPr algn="r" rtl="0">
              <a:defRPr sz="900" b="0" i="0" cap="all" spc="50" baseline="0">
                <a:solidFill>
                  <a:schemeClr val="tx1"/>
                </a:solidFill>
                <a:latin typeface="+mn-lt"/>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15406036"/>
      </p:ext>
    </p:extLst>
  </p:cSld>
  <p:clrMap bg1="lt1" tx1="dk1" bg2="lt2" tx2="dk2" accent1="accent1" accent2="accent2" accent3="accent3" accent4="accent4" accent5="accent5" accent6="accent6" hlink="hlink" folHlink="folHlink"/>
  <p:sldLayoutIdLst>
    <p:sldLayoutId id="2147483980" r:id="rId1"/>
    <p:sldLayoutId id="2147483981" r:id="rId2"/>
    <p:sldLayoutId id="2147483982" r:id="rId3"/>
    <p:sldLayoutId id="2147483983" r:id="rId4"/>
    <p:sldLayoutId id="2147483984" r:id="rId5"/>
    <p:sldLayoutId id="2147483985" r:id="rId6"/>
    <p:sldLayoutId id="2147483986" r:id="rId7"/>
    <p:sldLayoutId id="2147483987" r:id="rId8"/>
    <p:sldLayoutId id="2147483988" r:id="rId9"/>
    <p:sldLayoutId id="2147483989" r:id="rId10"/>
    <p:sldLayoutId id="2147483990" r:id="rId11"/>
    <p:sldLayoutId id="2147483991" r:id="rId12"/>
    <p:sldLayoutId id="2147483992" r:id="rId13"/>
    <p:sldLayoutId id="2147483993" r:id="rId14"/>
    <p:sldLayoutId id="2147483994" r:id="rId15"/>
    <p:sldLayoutId id="2147483995" r:id="rId16"/>
    <p:sldLayoutId id="2147483996" r:id="rId17"/>
    <p:sldLayoutId id="2147483997" r:id="rId18"/>
    <p:sldLayoutId id="2147483998" r:id="rId19"/>
    <p:sldLayoutId id="2147483999" r:id="rId20"/>
    <p:sldLayoutId id="2147484000" r:id="rId21"/>
    <p:sldLayoutId id="2147484001" r:id="rId22"/>
    <p:sldLayoutId id="2147484002" r:id="rId23"/>
    <p:sldLayoutId id="2147484003" r:id="rId24"/>
    <p:sldLayoutId id="2147484004" r:id="rId25"/>
    <p:sldLayoutId id="2147484005" r:id="rId26"/>
    <p:sldLayoutId id="2147484006" r:id="rId27"/>
    <p:sldLayoutId id="2147484007" r:id="rId28"/>
    <p:sldLayoutId id="2147484008" r:id="rId29"/>
    <p:sldLayoutId id="2147484009" r:id="rId30"/>
    <p:sldLayoutId id="2147484010" r:id="rId31"/>
    <p:sldLayoutId id="2147484011" r:id="rId32"/>
    <p:sldLayoutId id="2147484012" r:id="rId33"/>
    <p:sldLayoutId id="2147484013" r:id="rId34"/>
    <p:sldLayoutId id="2147484014" r:id="rId35"/>
    <p:sldLayoutId id="2147484015" r:id="rId36"/>
    <p:sldLayoutId id="2147484016" r:id="rId37"/>
    <p:sldLayoutId id="2147484017" r:id="rId38"/>
    <p:sldLayoutId id="2147484018" r:id="rId39"/>
    <p:sldLayoutId id="2147484019" r:id="rId40"/>
    <p:sldLayoutId id="2147484020" r:id="rId41"/>
    <p:sldLayoutId id="2147484021" r:id="rId42"/>
    <p:sldLayoutId id="2147484022" r:id="rId43"/>
    <p:sldLayoutId id="2147484023" r:id="rId44"/>
    <p:sldLayoutId id="2147484024" r:id="rId45"/>
    <p:sldLayoutId id="2147484025" r:id="rId46"/>
    <p:sldLayoutId id="2147484026" r:id="rId47"/>
    <p:sldLayoutId id="2147484027" r:id="rId48"/>
    <p:sldLayoutId id="2147484028" r:id="rId49"/>
    <p:sldLayoutId id="2147484029" r:id="rId50"/>
    <p:sldLayoutId id="2147484030" r:id="rId51"/>
    <p:sldLayoutId id="2147484031" r:id="rId52"/>
    <p:sldLayoutId id="2147484032" r:id="rId53"/>
  </p:sldLayoutIdLst>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hf sldNum="0" hdr="0" ftr="0" dt="0"/>
  <p:txStyles>
    <p:titleStyle>
      <a:lvl1pPr algn="l" defTabSz="914400" rtl="0" eaLnBrk="1" latinLnBrk="0" hangingPunct="1">
        <a:lnSpc>
          <a:spcPct val="80000"/>
        </a:lnSpc>
        <a:spcBef>
          <a:spcPct val="0"/>
        </a:spcBef>
        <a:buNone/>
        <a:defRPr sz="3600" b="0" kern="1200" spc="0" baseline="0">
          <a:solidFill>
            <a:schemeClr val="tx1"/>
          </a:solidFill>
          <a:latin typeface="+mj-lt"/>
          <a:ea typeface="+mj-ea"/>
          <a:cs typeface="Biome" panose="020B0503030204020804" pitchFamily="34" charset="0"/>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b="0" i="0" kern="120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3" orient="horz" pos="2160" userDrawn="1">
          <p15:clr>
            <a:srgbClr val="F26B43"/>
          </p15:clr>
        </p15:guide>
        <p15:guide id="24" pos="3840" userDrawn="1">
          <p15:clr>
            <a:srgbClr val="F26B43"/>
          </p15:clr>
        </p15:guide>
        <p15:guide id="31" orient="horz" pos="48" userDrawn="1">
          <p15:clr>
            <a:srgbClr val="F26B43"/>
          </p15:clr>
        </p15:guide>
        <p15:guide id="32" orient="horz" pos="4272" userDrawn="1">
          <p15:clr>
            <a:srgbClr val="F26B43"/>
          </p15:clr>
        </p15:guide>
        <p15:guide id="33" pos="48" userDrawn="1">
          <p15:clr>
            <a:srgbClr val="F26B43"/>
          </p15:clr>
        </p15:guide>
        <p15:guide id="34" pos="7632" userDrawn="1">
          <p15:clr>
            <a:srgbClr val="F26B43"/>
          </p15:clr>
        </p15:guide>
        <p15:guide id="35" orient="horz" pos="288" userDrawn="1">
          <p15:clr>
            <a:srgbClr val="F26B43"/>
          </p15:clr>
        </p15:guide>
        <p15:guide id="36" orient="horz" pos="4032" userDrawn="1">
          <p15:clr>
            <a:srgbClr val="F26B43"/>
          </p15:clr>
        </p15:guide>
        <p15:guide id="37" pos="7392" userDrawn="1">
          <p15:clr>
            <a:srgbClr val="F26B43"/>
          </p15:clr>
        </p15:guide>
        <p15:guide id="38" pos="2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872FD-7E92-C3C8-5956-A6C41548252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01FB9CD-CBF7-C634-8B2F-5E2490FDF9F0}"/>
              </a:ext>
            </a:extLst>
          </p:cNvPr>
          <p:cNvSpPr>
            <a:spLocks noGrp="1"/>
          </p:cNvSpPr>
          <p:nvPr>
            <p:ph type="ctrTitle"/>
          </p:nvPr>
        </p:nvSpPr>
        <p:spPr>
          <a:xfrm>
            <a:off x="457200" y="2054227"/>
            <a:ext cx="8934092" cy="4670065"/>
          </a:xfrm>
        </p:spPr>
        <p:txBody>
          <a:bodyPr/>
          <a:lstStyle/>
          <a:p>
            <a:r>
              <a:rPr lang="en-US">
                <a:cs typeface="Biome"/>
              </a:rPr>
              <a:t>Hackathon</a:t>
            </a:r>
            <a:endParaRPr lang="en-US"/>
          </a:p>
        </p:txBody>
      </p:sp>
      <p:sp>
        <p:nvSpPr>
          <p:cNvPr id="4" name="Subtitle 3">
            <a:extLst>
              <a:ext uri="{FF2B5EF4-FFF2-40B4-BE49-F238E27FC236}">
                <a16:creationId xmlns:a16="http://schemas.microsoft.com/office/drawing/2014/main" id="{D8319D33-1EDC-2FD6-1393-613ECEB01295}"/>
              </a:ext>
            </a:extLst>
          </p:cNvPr>
          <p:cNvSpPr>
            <a:spLocks noGrp="1"/>
          </p:cNvSpPr>
          <p:nvPr>
            <p:ph type="subTitle" idx="1"/>
          </p:nvPr>
        </p:nvSpPr>
        <p:spPr/>
        <p:txBody>
          <a:bodyPr anchor="t">
            <a:normAutofit fontScale="92500" lnSpcReduction="10000"/>
          </a:bodyPr>
          <a:lstStyle/>
          <a:p>
            <a:r>
              <a:rPr lang="en-US" err="1"/>
              <a:t>KentHackIt</a:t>
            </a:r>
            <a:r>
              <a:rPr lang="en-US"/>
              <a:t>: 9 – 10 May 2026</a:t>
            </a:r>
          </a:p>
          <a:p>
            <a:r>
              <a:rPr lang="en-US"/>
              <a:t>Michael Altea</a:t>
            </a:r>
          </a:p>
          <a:p>
            <a:r>
              <a:rPr lang="en-US"/>
              <a:t>Shayne Yong</a:t>
            </a:r>
          </a:p>
          <a:p>
            <a:r>
              <a:rPr lang="en-US"/>
              <a:t>Angelo Altea</a:t>
            </a:r>
          </a:p>
        </p:txBody>
      </p:sp>
      <p:pic>
        <p:nvPicPr>
          <p:cNvPr id="2" name="Picture 1" descr="A grey object with a white paper on top of it&#10;&#10;AI-generated content may be incorrect.">
            <a:extLst>
              <a:ext uri="{FF2B5EF4-FFF2-40B4-BE49-F238E27FC236}">
                <a16:creationId xmlns:a16="http://schemas.microsoft.com/office/drawing/2014/main" id="{8E388163-DECC-3244-0D03-A128CFD414D4}"/>
              </a:ext>
            </a:extLst>
          </p:cNvPr>
          <p:cNvPicPr>
            <a:picLocks noChangeAspect="1"/>
          </p:cNvPicPr>
          <p:nvPr/>
        </p:nvPicPr>
        <p:blipFill>
          <a:blip r:embed="rId3"/>
          <a:stretch>
            <a:fillRect/>
          </a:stretch>
        </p:blipFill>
        <p:spPr>
          <a:xfrm>
            <a:off x="6666316" y="1373037"/>
            <a:ext cx="3467313" cy="3400246"/>
          </a:xfrm>
          <a:prstGeom prst="rect">
            <a:avLst/>
          </a:prstGeom>
        </p:spPr>
      </p:pic>
    </p:spTree>
    <p:extLst>
      <p:ext uri="{BB962C8B-B14F-4D97-AF65-F5344CB8AC3E}">
        <p14:creationId xmlns:p14="http://schemas.microsoft.com/office/powerpoint/2010/main" val="2329614230"/>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DB325-3AFA-923C-A2E0-270F58A3A857}"/>
              </a:ext>
            </a:extLst>
          </p:cNvPr>
          <p:cNvSpPr>
            <a:spLocks noGrp="1"/>
          </p:cNvSpPr>
          <p:nvPr>
            <p:ph type="title"/>
          </p:nvPr>
        </p:nvSpPr>
        <p:spPr/>
        <p:txBody>
          <a:bodyPr/>
          <a:lstStyle/>
          <a:p>
            <a:r>
              <a:rPr lang="en-GB" b="1">
                <a:cs typeface="Biome"/>
              </a:rPr>
              <a:t>Context / The Problem</a:t>
            </a:r>
            <a:endParaRPr lang="en-GB" b="1" dirty="0"/>
          </a:p>
        </p:txBody>
      </p:sp>
      <p:sp>
        <p:nvSpPr>
          <p:cNvPr id="3" name="Content Placeholder 2">
            <a:extLst>
              <a:ext uri="{FF2B5EF4-FFF2-40B4-BE49-F238E27FC236}">
                <a16:creationId xmlns:a16="http://schemas.microsoft.com/office/drawing/2014/main" id="{EFED8397-F2F8-98ED-603B-9EF503481EDF}"/>
              </a:ext>
            </a:extLst>
          </p:cNvPr>
          <p:cNvSpPr>
            <a:spLocks noGrp="1"/>
          </p:cNvSpPr>
          <p:nvPr>
            <p:ph idx="1"/>
          </p:nvPr>
        </p:nvSpPr>
        <p:spPr/>
        <p:txBody>
          <a:bodyPr vert="horz" lIns="91440" tIns="45720" rIns="91440" bIns="45720" rtlCol="0" anchor="t">
            <a:normAutofit/>
          </a:bodyPr>
          <a:lstStyle/>
          <a:p>
            <a:pPr>
              <a:buChar char="•"/>
            </a:pPr>
            <a:r>
              <a:rPr lang="en-GB" sz="2000" dirty="0">
                <a:ea typeface="+mn-lt"/>
                <a:cs typeface="+mn-lt"/>
              </a:rPr>
              <a:t> As university students, money is a problem we all face, whether it’s managing it and/or trying to earn some more. </a:t>
            </a:r>
            <a:endParaRPr lang="en-US" sz="2000" dirty="0"/>
          </a:p>
          <a:p>
            <a:pPr>
              <a:buChar char="•"/>
            </a:pPr>
            <a:endParaRPr lang="en-US" sz="2000" dirty="0"/>
          </a:p>
          <a:p>
            <a:pPr>
              <a:buChar char="•"/>
            </a:pPr>
            <a:r>
              <a:rPr lang="en-GB" sz="2000" dirty="0">
                <a:ea typeface="+mn-lt"/>
                <a:cs typeface="+mn-lt"/>
              </a:rPr>
              <a:t> To be able to make some income while also studying (or before you leave university) you are going to need to create a masterful CV </a:t>
            </a:r>
            <a:r>
              <a:rPr lang="en-GB" sz="2000">
                <a:ea typeface="+mn-lt"/>
                <a:cs typeface="+mn-lt"/>
              </a:rPr>
              <a:t>that will</a:t>
            </a:r>
            <a:r>
              <a:rPr lang="en-GB" sz="2000" dirty="0">
                <a:ea typeface="+mn-lt"/>
                <a:cs typeface="+mn-lt"/>
              </a:rPr>
              <a:t> pass screenings. </a:t>
            </a:r>
            <a:br>
              <a:rPr lang="en-US" sz="2000" dirty="0"/>
            </a:br>
            <a:endParaRPr lang="en-US" sz="2000" dirty="0"/>
          </a:p>
          <a:p>
            <a:pPr>
              <a:buChar char="•"/>
            </a:pPr>
            <a:r>
              <a:rPr lang="en-GB" sz="2000" dirty="0">
                <a:ea typeface="+mn-lt"/>
                <a:cs typeface="+mn-lt"/>
              </a:rPr>
              <a:t> But how can you tell if the CV you made is formatted correctly or at least good enough to send? Here’s where AI GMI (Am I </a:t>
            </a:r>
            <a:r>
              <a:rPr lang="en-GB" sz="2000" dirty="0" err="1">
                <a:ea typeface="+mn-lt"/>
                <a:cs typeface="+mn-lt"/>
              </a:rPr>
              <a:t>Gonna</a:t>
            </a:r>
            <a:r>
              <a:rPr lang="en-GB" sz="2000" dirty="0">
                <a:ea typeface="+mn-lt"/>
                <a:cs typeface="+mn-lt"/>
              </a:rPr>
              <a:t> Make IT?) comes in! </a:t>
            </a:r>
            <a:endParaRPr lang="en-GB" sz="2000"/>
          </a:p>
          <a:p>
            <a:pPr marL="285750" indent="-285750">
              <a:buChar char="•"/>
            </a:pPr>
            <a:endParaRPr lang="en-GB" dirty="0"/>
          </a:p>
        </p:txBody>
      </p:sp>
    </p:spTree>
    <p:extLst>
      <p:ext uri="{BB962C8B-B14F-4D97-AF65-F5344CB8AC3E}">
        <p14:creationId xmlns:p14="http://schemas.microsoft.com/office/powerpoint/2010/main" val="2731296997"/>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BDD3FC-0B25-4D3F-CFCF-1BFDAE2A761D}"/>
              </a:ext>
            </a:extLst>
          </p:cNvPr>
          <p:cNvSpPr>
            <a:spLocks noGrp="1"/>
          </p:cNvSpPr>
          <p:nvPr>
            <p:ph type="title"/>
          </p:nvPr>
        </p:nvSpPr>
        <p:spPr/>
        <p:txBody>
          <a:bodyPr/>
          <a:lstStyle/>
          <a:p>
            <a:r>
              <a:rPr lang="en-GB" b="1">
                <a:ea typeface="+mj-lt"/>
                <a:cs typeface="+mj-lt"/>
              </a:rPr>
              <a:t>Our solution – AI GMI</a:t>
            </a:r>
            <a:endParaRPr lang="en-US"/>
          </a:p>
          <a:p>
            <a:endParaRPr lang="en-GB" dirty="0"/>
          </a:p>
        </p:txBody>
      </p:sp>
      <p:sp>
        <p:nvSpPr>
          <p:cNvPr id="3" name="Content Placeholder 2">
            <a:extLst>
              <a:ext uri="{FF2B5EF4-FFF2-40B4-BE49-F238E27FC236}">
                <a16:creationId xmlns:a16="http://schemas.microsoft.com/office/drawing/2014/main" id="{36E90AF9-1D8F-98A2-C3AC-CD2725EA907B}"/>
              </a:ext>
            </a:extLst>
          </p:cNvPr>
          <p:cNvSpPr>
            <a:spLocks noGrp="1"/>
          </p:cNvSpPr>
          <p:nvPr>
            <p:ph idx="1"/>
          </p:nvPr>
        </p:nvSpPr>
        <p:spPr/>
        <p:txBody>
          <a:bodyPr vert="horz" lIns="91440" tIns="45720" rIns="91440" bIns="45720" rtlCol="0" anchor="t">
            <a:normAutofit/>
          </a:bodyPr>
          <a:lstStyle/>
          <a:p>
            <a:endParaRPr lang="en-GB" sz="2000" dirty="0">
              <a:ea typeface="+mn-lt"/>
              <a:cs typeface="+mn-lt"/>
            </a:endParaRPr>
          </a:p>
          <a:p>
            <a:pPr marL="342900" indent="-342900">
              <a:buFont typeface="Arial,Sans-Serif" panose="020B0604020202020204" pitchFamily="34" charset="0"/>
              <a:buChar char="•"/>
            </a:pPr>
            <a:endParaRPr lang="en-GB" sz="2000" dirty="0">
              <a:ea typeface="+mn-lt"/>
              <a:cs typeface="+mn-lt"/>
            </a:endParaRPr>
          </a:p>
          <a:p>
            <a:r>
              <a:rPr lang="en-GB" sz="2000" dirty="0">
                <a:ea typeface="+mn-lt"/>
                <a:cs typeface="+mn-lt"/>
              </a:rPr>
              <a:t>A web abb where the user selects the industry they want to go into, where they can then choose between uploading their own CV or use one of the presets available. The AI will begin to shame the user by roasting the flaws within the CV. Which will be voiced by an AI, to apply the MOST damage to the user’s mental health. Though it’s not all bad, as afterwards the AI will provide constructive feedback CV and grade them out of 100.</a:t>
            </a:r>
            <a:endParaRPr lang="en-GB" dirty="0"/>
          </a:p>
          <a:p>
            <a:pPr marL="342900" indent="-342900">
              <a:buChar char="•"/>
            </a:pPr>
            <a:endParaRPr lang="en-GB" sz="2000" dirty="0">
              <a:ea typeface="+mn-lt"/>
              <a:cs typeface="+mn-lt"/>
            </a:endParaRPr>
          </a:p>
          <a:p>
            <a:endParaRPr lang="en-GB" dirty="0"/>
          </a:p>
        </p:txBody>
      </p:sp>
    </p:spTree>
    <p:extLst>
      <p:ext uri="{BB962C8B-B14F-4D97-AF65-F5344CB8AC3E}">
        <p14:creationId xmlns:p14="http://schemas.microsoft.com/office/powerpoint/2010/main" val="2197914076"/>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7F8EC-1298-8B44-B071-638E7A7E3C80}"/>
              </a:ext>
            </a:extLst>
          </p:cNvPr>
          <p:cNvSpPr>
            <a:spLocks noGrp="1"/>
          </p:cNvSpPr>
          <p:nvPr>
            <p:ph type="title"/>
          </p:nvPr>
        </p:nvSpPr>
        <p:spPr/>
        <p:txBody>
          <a:bodyPr/>
          <a:lstStyle/>
          <a:p>
            <a:r>
              <a:rPr lang="en-GB" b="1">
                <a:ea typeface="+mj-lt"/>
                <a:cs typeface="+mj-lt"/>
              </a:rPr>
              <a:t>Our solution – AI GMI</a:t>
            </a:r>
            <a:endParaRPr lang="en-US"/>
          </a:p>
          <a:p>
            <a:endParaRPr lang="en-GB" dirty="0"/>
          </a:p>
        </p:txBody>
      </p:sp>
      <p:sp>
        <p:nvSpPr>
          <p:cNvPr id="3" name="Content Placeholder 2">
            <a:extLst>
              <a:ext uri="{FF2B5EF4-FFF2-40B4-BE49-F238E27FC236}">
                <a16:creationId xmlns:a16="http://schemas.microsoft.com/office/drawing/2014/main" id="{43810859-3C30-E657-D243-2C9EA60E0891}"/>
              </a:ext>
            </a:extLst>
          </p:cNvPr>
          <p:cNvSpPr>
            <a:spLocks noGrp="1"/>
          </p:cNvSpPr>
          <p:nvPr>
            <p:ph idx="1"/>
          </p:nvPr>
        </p:nvSpPr>
        <p:spPr/>
        <p:txBody>
          <a:bodyPr vert="horz" lIns="91440" tIns="45720" rIns="91440" bIns="45720" rtlCol="0" anchor="t">
            <a:normAutofit/>
          </a:bodyPr>
          <a:lstStyle/>
          <a:p>
            <a:pPr marL="285750" indent="-285750">
              <a:buFont typeface="Arial"/>
              <a:buChar char="•"/>
            </a:pPr>
            <a:r>
              <a:rPr lang="en-GB" sz="2000">
                <a:ea typeface="+mn-lt"/>
                <a:cs typeface="+mn-lt"/>
              </a:rPr>
              <a:t>What does our project solve?</a:t>
            </a:r>
            <a:endParaRPr lang="en-US" sz="2000"/>
          </a:p>
          <a:p>
            <a:r>
              <a:rPr lang="en-GB" sz="2000">
                <a:ea typeface="+mn-lt"/>
                <a:cs typeface="+mn-lt"/>
              </a:rPr>
              <a:t>     Our project helps solve the user’s worry by giving them advice (after making fun of them :D)</a:t>
            </a:r>
            <a:endParaRPr lang="en-GB" sz="2000"/>
          </a:p>
          <a:p>
            <a:r>
              <a:rPr lang="en-GB" sz="2000">
                <a:ea typeface="+mn-lt"/>
                <a:cs typeface="+mn-lt"/>
              </a:rPr>
              <a:t>     which reduces their feeling of being lost and unable to trust their CV to get into their chosen</a:t>
            </a:r>
            <a:endParaRPr lang="en-GB" sz="2000"/>
          </a:p>
          <a:p>
            <a:r>
              <a:rPr lang="en-GB" sz="2000">
                <a:ea typeface="+mn-lt"/>
                <a:cs typeface="+mn-lt"/>
              </a:rPr>
              <a:t>     industry. </a:t>
            </a:r>
            <a:endParaRPr lang="en-GB" sz="2000"/>
          </a:p>
          <a:p>
            <a:pPr marL="285750" indent="-285750">
              <a:buFont typeface="Arial"/>
              <a:buChar char="•"/>
            </a:pPr>
            <a:r>
              <a:rPr lang="en-GB" sz="2000">
                <a:ea typeface="+mn-lt"/>
                <a:cs typeface="+mn-lt"/>
              </a:rPr>
              <a:t>Why did we make it?</a:t>
            </a:r>
            <a:endParaRPr lang="en-GB" sz="2000"/>
          </a:p>
          <a:p>
            <a:r>
              <a:rPr lang="en-GB" sz="2000">
                <a:ea typeface="+mn-lt"/>
                <a:cs typeface="+mn-lt"/>
              </a:rPr>
              <a:t>     To help current or leaving university students increase their chances of getting hired </a:t>
            </a:r>
            <a:endParaRPr lang="en-GB" sz="2000"/>
          </a:p>
          <a:p>
            <a:r>
              <a:rPr lang="en-GB" sz="2000" dirty="0">
                <a:ea typeface="+mn-lt"/>
                <a:cs typeface="+mn-lt"/>
              </a:rPr>
              <a:t>      into a workplace that’s a part of their industry!</a:t>
            </a:r>
            <a:endParaRPr lang="en-GB" sz="2000" dirty="0"/>
          </a:p>
          <a:p>
            <a:endParaRPr lang="en-GB" dirty="0"/>
          </a:p>
        </p:txBody>
      </p:sp>
    </p:spTree>
    <p:extLst>
      <p:ext uri="{BB962C8B-B14F-4D97-AF65-F5344CB8AC3E}">
        <p14:creationId xmlns:p14="http://schemas.microsoft.com/office/powerpoint/2010/main" val="1831059521"/>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9D5CA-A484-DF1A-E776-3A4E56C0D722}"/>
              </a:ext>
            </a:extLst>
          </p:cNvPr>
          <p:cNvSpPr>
            <a:spLocks noGrp="1"/>
          </p:cNvSpPr>
          <p:nvPr>
            <p:ph type="title"/>
          </p:nvPr>
        </p:nvSpPr>
        <p:spPr/>
        <p:txBody>
          <a:bodyPr/>
          <a:lstStyle/>
          <a:p>
            <a:r>
              <a:rPr lang="en-GB" b="1">
                <a:ea typeface="+mj-lt"/>
                <a:cs typeface="+mj-lt"/>
              </a:rPr>
              <a:t>Demo</a:t>
            </a:r>
            <a:endParaRPr lang="en-US"/>
          </a:p>
          <a:p>
            <a:endParaRPr lang="en-GB" dirty="0"/>
          </a:p>
        </p:txBody>
      </p:sp>
      <p:sp>
        <p:nvSpPr>
          <p:cNvPr id="3" name="Content Placeholder 2">
            <a:extLst>
              <a:ext uri="{FF2B5EF4-FFF2-40B4-BE49-F238E27FC236}">
                <a16:creationId xmlns:a16="http://schemas.microsoft.com/office/drawing/2014/main" id="{81C18B54-42FA-9FC6-5C51-787DA9C338B7}"/>
              </a:ext>
            </a:extLst>
          </p:cNvPr>
          <p:cNvSpPr>
            <a:spLocks noGrp="1"/>
          </p:cNvSpPr>
          <p:nvPr>
            <p:ph idx="1"/>
          </p:nvPr>
        </p:nvSpPr>
        <p:spPr/>
        <p:txBody>
          <a:bodyPr vert="horz" lIns="91440" tIns="45720" rIns="91440" bIns="45720" rtlCol="0" anchor="t">
            <a:normAutofit/>
          </a:bodyPr>
          <a:lstStyle/>
          <a:p>
            <a:r>
              <a:rPr lang="en-GB" dirty="0" err="1">
                <a:ea typeface="+mn-lt"/>
                <a:cs typeface="+mn-lt"/>
              </a:rPr>
              <a:t>Qr</a:t>
            </a:r>
            <a:r>
              <a:rPr lang="en-GB" dirty="0">
                <a:ea typeface="+mn-lt"/>
                <a:cs typeface="+mn-lt"/>
              </a:rPr>
              <a:t> code goes here or sum 😛</a:t>
            </a:r>
            <a:endParaRPr lang="en-US" dirty="0"/>
          </a:p>
          <a:p>
            <a:endParaRPr lang="en-GB" dirty="0"/>
          </a:p>
        </p:txBody>
      </p:sp>
      <p:pic>
        <p:nvPicPr>
          <p:cNvPr id="4" name="Picture 3" descr="A qr code with a piece of paper on it&#10;&#10;AI-generated content may be incorrect.">
            <a:extLst>
              <a:ext uri="{FF2B5EF4-FFF2-40B4-BE49-F238E27FC236}">
                <a16:creationId xmlns:a16="http://schemas.microsoft.com/office/drawing/2014/main" id="{D87AE8FE-4DE3-B859-C267-E76DD6414A6F}"/>
              </a:ext>
            </a:extLst>
          </p:cNvPr>
          <p:cNvPicPr>
            <a:picLocks noChangeAspect="1"/>
          </p:cNvPicPr>
          <p:nvPr/>
        </p:nvPicPr>
        <p:blipFill>
          <a:blip r:embed="rId2"/>
          <a:stretch>
            <a:fillRect/>
          </a:stretch>
        </p:blipFill>
        <p:spPr>
          <a:xfrm>
            <a:off x="2990850" y="323850"/>
            <a:ext cx="6210300" cy="6210300"/>
          </a:xfrm>
          <a:prstGeom prst="rect">
            <a:avLst/>
          </a:prstGeom>
        </p:spPr>
      </p:pic>
    </p:spTree>
    <p:extLst>
      <p:ext uri="{BB962C8B-B14F-4D97-AF65-F5344CB8AC3E}">
        <p14:creationId xmlns:p14="http://schemas.microsoft.com/office/powerpoint/2010/main" val="2072150252"/>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72A6C-7208-F515-D86D-53328207C27B}"/>
              </a:ext>
            </a:extLst>
          </p:cNvPr>
          <p:cNvSpPr>
            <a:spLocks noGrp="1"/>
          </p:cNvSpPr>
          <p:nvPr>
            <p:ph type="title"/>
          </p:nvPr>
        </p:nvSpPr>
        <p:spPr/>
        <p:txBody>
          <a:bodyPr/>
          <a:lstStyle/>
          <a:p>
            <a:r>
              <a:rPr lang="en-GB" b="1">
                <a:ea typeface="+mj-lt"/>
                <a:cs typeface="+mj-lt"/>
              </a:rPr>
              <a:t>Tech Stack</a:t>
            </a:r>
            <a:endParaRPr lang="en-US"/>
          </a:p>
          <a:p>
            <a:endParaRPr lang="en-GB" dirty="0"/>
          </a:p>
        </p:txBody>
      </p:sp>
      <p:sp>
        <p:nvSpPr>
          <p:cNvPr id="3" name="Content Placeholder 2">
            <a:extLst>
              <a:ext uri="{FF2B5EF4-FFF2-40B4-BE49-F238E27FC236}">
                <a16:creationId xmlns:a16="http://schemas.microsoft.com/office/drawing/2014/main" id="{CD827BF2-ED3C-256A-746F-7F4E63614EB4}"/>
              </a:ext>
            </a:extLst>
          </p:cNvPr>
          <p:cNvSpPr>
            <a:spLocks noGrp="1"/>
          </p:cNvSpPr>
          <p:nvPr>
            <p:ph idx="1"/>
          </p:nvPr>
        </p:nvSpPr>
        <p:spPr/>
        <p:txBody>
          <a:bodyPr vert="horz" lIns="91440" tIns="45720" rIns="91440" bIns="45720" rtlCol="0" anchor="t">
            <a:normAutofit/>
          </a:bodyPr>
          <a:lstStyle/>
          <a:p>
            <a:pPr marL="285750" indent="-285750">
              <a:buFont typeface="Arial"/>
              <a:buChar char="•"/>
            </a:pPr>
            <a:r>
              <a:rPr lang="en-GB" sz="2000">
                <a:ea typeface="+mn-lt"/>
                <a:cs typeface="+mn-lt"/>
              </a:rPr>
              <a:t>Frontend: React + Vite </a:t>
            </a:r>
            <a:endParaRPr lang="en-US" sz="2000"/>
          </a:p>
          <a:p>
            <a:pPr marL="285750" indent="-285750">
              <a:buFont typeface="Arial"/>
              <a:buChar char="•"/>
            </a:pPr>
            <a:r>
              <a:rPr lang="en-GB" sz="2000" dirty="0">
                <a:ea typeface="+mn-lt"/>
                <a:cs typeface="+mn-lt"/>
              </a:rPr>
              <a:t>Backend: </a:t>
            </a:r>
            <a:r>
              <a:rPr lang="en-GB" sz="2000" dirty="0" err="1">
                <a:ea typeface="+mn-lt"/>
                <a:cs typeface="+mn-lt"/>
              </a:rPr>
              <a:t>FastAPI</a:t>
            </a:r>
            <a:r>
              <a:rPr lang="en-GB" sz="2000" dirty="0">
                <a:ea typeface="+mn-lt"/>
                <a:cs typeface="+mn-lt"/>
              </a:rPr>
              <a:t> + </a:t>
            </a:r>
            <a:r>
              <a:rPr lang="en-GB" sz="2000" dirty="0" err="1">
                <a:ea typeface="+mn-lt"/>
                <a:cs typeface="+mn-lt"/>
              </a:rPr>
              <a:t>uvicorn</a:t>
            </a:r>
            <a:endParaRPr lang="en-GB" sz="2000" dirty="0" err="1"/>
          </a:p>
          <a:p>
            <a:pPr marL="285750" indent="-285750">
              <a:buFont typeface="Arial"/>
              <a:buChar char="•"/>
            </a:pPr>
            <a:r>
              <a:rPr lang="en-GB" sz="2000">
                <a:ea typeface="+mn-lt"/>
                <a:cs typeface="+mn-lt"/>
              </a:rPr>
              <a:t>Grading and Roasting agent: Gemini 2.5 Flash</a:t>
            </a:r>
          </a:p>
          <a:p>
            <a:pPr marL="285750" indent="-285750">
              <a:buFont typeface="Arial"/>
              <a:buChar char="•"/>
            </a:pPr>
            <a:r>
              <a:rPr lang="en-GB" sz="2000" dirty="0">
                <a:ea typeface="+mn-lt"/>
                <a:cs typeface="+mn-lt"/>
              </a:rPr>
              <a:t>Voice: </a:t>
            </a:r>
            <a:r>
              <a:rPr lang="en-GB" sz="2000" dirty="0" err="1">
                <a:ea typeface="+mn-lt"/>
                <a:cs typeface="+mn-lt"/>
              </a:rPr>
              <a:t>ElevenLabs</a:t>
            </a:r>
            <a:r>
              <a:rPr lang="en-GB" sz="2000" dirty="0">
                <a:ea typeface="+mn-lt"/>
                <a:cs typeface="+mn-lt"/>
              </a:rPr>
              <a:t> API</a:t>
            </a:r>
            <a:endParaRPr lang="en-GB"/>
          </a:p>
          <a:p>
            <a:pPr marL="285750" indent="-285750">
              <a:buFont typeface="Arial"/>
              <a:buChar char="•"/>
            </a:pPr>
            <a:r>
              <a:rPr lang="en-GB" sz="2000" dirty="0">
                <a:ea typeface="+mn-lt"/>
                <a:cs typeface="+mn-lt"/>
              </a:rPr>
              <a:t>Hosting: </a:t>
            </a:r>
            <a:r>
              <a:rPr lang="en-GB" sz="2000" dirty="0" err="1">
                <a:ea typeface="+mn-lt"/>
                <a:cs typeface="+mn-lt"/>
              </a:rPr>
              <a:t>Vultr</a:t>
            </a:r>
            <a:r>
              <a:rPr lang="en-GB" sz="2000" dirty="0">
                <a:ea typeface="+mn-lt"/>
                <a:cs typeface="+mn-lt"/>
              </a:rPr>
              <a:t> Cloud Compute </a:t>
            </a:r>
            <a:endParaRPr lang="en-GB" dirty="0"/>
          </a:p>
          <a:p>
            <a:pPr marL="285750" indent="-285750">
              <a:buFont typeface="Arial"/>
              <a:buChar char="•"/>
            </a:pPr>
            <a:r>
              <a:rPr lang="en-GB" sz="2000">
                <a:ea typeface="+mn-lt"/>
                <a:cs typeface="+mn-lt"/>
              </a:rPr>
              <a:t>Dev tooling: Claude Code</a:t>
            </a:r>
            <a:endParaRPr lang="en-GB" sz="2000"/>
          </a:p>
          <a:p>
            <a:endParaRPr lang="en-GB" dirty="0"/>
          </a:p>
        </p:txBody>
      </p:sp>
    </p:spTree>
    <p:extLst>
      <p:ext uri="{BB962C8B-B14F-4D97-AF65-F5344CB8AC3E}">
        <p14:creationId xmlns:p14="http://schemas.microsoft.com/office/powerpoint/2010/main" val="3243775308"/>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43FAB-1892-589C-D2D0-BFAA1B229F3C}"/>
              </a:ext>
            </a:extLst>
          </p:cNvPr>
          <p:cNvSpPr>
            <a:spLocks noGrp="1"/>
          </p:cNvSpPr>
          <p:nvPr>
            <p:ph type="title"/>
          </p:nvPr>
        </p:nvSpPr>
        <p:spPr/>
        <p:txBody>
          <a:bodyPr/>
          <a:lstStyle/>
          <a:p>
            <a:r>
              <a:rPr lang="en-GB" b="1">
                <a:ea typeface="+mj-lt"/>
                <a:cs typeface="+mj-lt"/>
              </a:rPr>
              <a:t>More about our project</a:t>
            </a:r>
            <a:endParaRPr lang="en-US"/>
          </a:p>
          <a:p>
            <a:endParaRPr lang="en-GB" dirty="0"/>
          </a:p>
        </p:txBody>
      </p:sp>
      <p:sp>
        <p:nvSpPr>
          <p:cNvPr id="3" name="Content Placeholder 2">
            <a:extLst>
              <a:ext uri="{FF2B5EF4-FFF2-40B4-BE49-F238E27FC236}">
                <a16:creationId xmlns:a16="http://schemas.microsoft.com/office/drawing/2014/main" id="{CC6B4295-8E5A-8B7B-9FFD-0C37ED674364}"/>
              </a:ext>
            </a:extLst>
          </p:cNvPr>
          <p:cNvSpPr>
            <a:spLocks noGrp="1"/>
          </p:cNvSpPr>
          <p:nvPr>
            <p:ph idx="1"/>
          </p:nvPr>
        </p:nvSpPr>
        <p:spPr>
          <a:xfrm>
            <a:off x="457200" y="658571"/>
            <a:ext cx="11277599" cy="5331150"/>
          </a:xfrm>
        </p:spPr>
        <p:txBody>
          <a:bodyPr vert="horz" lIns="91440" tIns="45720" rIns="91440" bIns="45720" rtlCol="0" anchor="t">
            <a:noAutofit/>
          </a:bodyPr>
          <a:lstStyle/>
          <a:p>
            <a:pPr marL="342900" indent="-342900">
              <a:buChar char="•"/>
            </a:pPr>
            <a:endParaRPr lang="en-GB" sz="2000" dirty="0">
              <a:ea typeface="+mn-lt"/>
              <a:cs typeface="+mn-lt"/>
            </a:endParaRPr>
          </a:p>
          <a:p>
            <a:pPr marL="342900" indent="-342900">
              <a:buChar char="•"/>
            </a:pPr>
            <a:r>
              <a:rPr lang="en-GB" sz="2000">
                <a:ea typeface="+mn-lt"/>
                <a:cs typeface="+mn-lt"/>
              </a:rPr>
              <a:t>Grading</a:t>
            </a:r>
            <a:endParaRPr lang="en-US" sz="2000">
              <a:ea typeface="+mn-lt"/>
              <a:cs typeface="+mn-lt"/>
            </a:endParaRPr>
          </a:p>
          <a:p>
            <a:r>
              <a:rPr lang="en-GB" sz="2000">
                <a:ea typeface="+mn-lt"/>
                <a:cs typeface="+mn-lt"/>
              </a:rPr>
              <a:t>    It grades out of scale from 100 using Gemini 2.5 Flash while considers their chosen industry , and </a:t>
            </a:r>
            <a:endParaRPr lang="en-GB">
              <a:ea typeface="+mn-lt"/>
              <a:cs typeface="+mn-lt"/>
            </a:endParaRPr>
          </a:p>
          <a:p>
            <a:r>
              <a:rPr lang="en-GB" sz="2000">
                <a:ea typeface="+mn-lt"/>
                <a:cs typeface="+mn-lt"/>
              </a:rPr>
              <a:t>    tailors feedback accordingly. </a:t>
            </a:r>
            <a:r>
              <a:rPr lang="en-GB" sz="2000"/>
              <a:t>This system was implemented to give the user the best advice specific to</a:t>
            </a:r>
            <a:endParaRPr lang="en-GB"/>
          </a:p>
          <a:p>
            <a:r>
              <a:rPr lang="en-GB" sz="2000"/>
              <a:t>    their CV. </a:t>
            </a:r>
            <a:endParaRPr lang="en-GB">
              <a:ea typeface="+mn-lt"/>
              <a:cs typeface="+mn-lt"/>
            </a:endParaRPr>
          </a:p>
          <a:p>
            <a:endParaRPr lang="en-GB" sz="2000" dirty="0">
              <a:ea typeface="+mn-lt"/>
              <a:cs typeface="+mn-lt"/>
            </a:endParaRPr>
          </a:p>
          <a:p>
            <a:pPr marL="285750" indent="-285750">
              <a:buFont typeface="Arial"/>
              <a:buChar char="•"/>
            </a:pPr>
            <a:r>
              <a:rPr lang="en-GB" sz="2000">
                <a:ea typeface="+mn-lt"/>
                <a:cs typeface="+mn-lt"/>
              </a:rPr>
              <a:t>DARK MODE! (just for bailey)</a:t>
            </a:r>
            <a:endParaRPr lang="en-GB"/>
          </a:p>
          <a:p>
            <a:r>
              <a:rPr lang="en-GB" sz="2000">
                <a:ea typeface="+mn-lt"/>
                <a:cs typeface="+mn-lt"/>
              </a:rPr>
              <a:t>    This improves the user’s experience as it helps reduce blue light production and eye strain or just</a:t>
            </a:r>
            <a:endParaRPr lang="en-GB" dirty="0">
              <a:ea typeface="+mn-lt"/>
              <a:cs typeface="+mn-lt"/>
            </a:endParaRPr>
          </a:p>
          <a:p>
            <a:r>
              <a:rPr lang="en-GB" sz="2000">
                <a:ea typeface="+mn-lt"/>
                <a:cs typeface="+mn-lt"/>
              </a:rPr>
              <a:t>    simply for preference. </a:t>
            </a:r>
            <a:endParaRPr lang="en-GB"/>
          </a:p>
          <a:p>
            <a:endParaRPr lang="en-GB" sz="2000" dirty="0"/>
          </a:p>
          <a:p>
            <a:endParaRPr lang="en-GB" sz="2000" dirty="0"/>
          </a:p>
        </p:txBody>
      </p:sp>
    </p:spTree>
    <p:extLst>
      <p:ext uri="{BB962C8B-B14F-4D97-AF65-F5344CB8AC3E}">
        <p14:creationId xmlns:p14="http://schemas.microsoft.com/office/powerpoint/2010/main" val="643161187"/>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FA047-B59F-9CF7-19A1-B49853D9F3D1}"/>
              </a:ext>
            </a:extLst>
          </p:cNvPr>
          <p:cNvSpPr>
            <a:spLocks noGrp="1"/>
          </p:cNvSpPr>
          <p:nvPr>
            <p:ph type="title"/>
          </p:nvPr>
        </p:nvSpPr>
        <p:spPr/>
        <p:txBody>
          <a:bodyPr/>
          <a:lstStyle/>
          <a:p>
            <a:r>
              <a:rPr lang="en-GB" b="1">
                <a:ea typeface="+mj-lt"/>
                <a:cs typeface="+mj-lt"/>
              </a:rPr>
              <a:t>More about our project</a:t>
            </a:r>
            <a:endParaRPr lang="en-US"/>
          </a:p>
          <a:p>
            <a:endParaRPr lang="en-GB" dirty="0"/>
          </a:p>
        </p:txBody>
      </p:sp>
      <p:sp>
        <p:nvSpPr>
          <p:cNvPr id="3" name="Content Placeholder 2">
            <a:extLst>
              <a:ext uri="{FF2B5EF4-FFF2-40B4-BE49-F238E27FC236}">
                <a16:creationId xmlns:a16="http://schemas.microsoft.com/office/drawing/2014/main" id="{5413E66F-83A0-F22A-FF05-4D905216E6B9}"/>
              </a:ext>
            </a:extLst>
          </p:cNvPr>
          <p:cNvSpPr>
            <a:spLocks noGrp="1"/>
          </p:cNvSpPr>
          <p:nvPr>
            <p:ph idx="1"/>
          </p:nvPr>
        </p:nvSpPr>
        <p:spPr>
          <a:xfrm>
            <a:off x="457200" y="1716346"/>
            <a:ext cx="11277599" cy="4539072"/>
          </a:xfrm>
        </p:spPr>
        <p:txBody>
          <a:bodyPr vert="horz" lIns="91440" tIns="45720" rIns="91440" bIns="45720" rtlCol="0" anchor="t">
            <a:normAutofit/>
          </a:bodyPr>
          <a:lstStyle/>
          <a:p>
            <a:pPr marL="285750" indent="-285750">
              <a:buFont typeface="Arial"/>
              <a:buChar char="•"/>
            </a:pPr>
            <a:r>
              <a:rPr lang="en-GB" sz="2000">
                <a:ea typeface="+mn-lt"/>
                <a:cs typeface="+mn-lt"/>
              </a:rPr>
              <a:t>Voice</a:t>
            </a:r>
            <a:endParaRPr lang="en-US" sz="2000"/>
          </a:p>
          <a:p>
            <a:r>
              <a:rPr lang="en-GB" sz="2000" dirty="0">
                <a:ea typeface="+mn-lt"/>
                <a:cs typeface="+mn-lt"/>
              </a:rPr>
              <a:t>     Feeding the output from the grading agent as a base to Gemini 2.5 Flash, to create a </a:t>
            </a:r>
            <a:r>
              <a:rPr lang="en-GB" sz="2000">
                <a:ea typeface="+mn-lt"/>
                <a:cs typeface="+mn-lt"/>
              </a:rPr>
              <a:t>roast. </a:t>
            </a:r>
          </a:p>
          <a:p>
            <a:r>
              <a:rPr lang="en-GB" sz="2000">
                <a:ea typeface="+mn-lt"/>
                <a:cs typeface="+mn-lt"/>
              </a:rPr>
              <a:t>     Eleven labs then incorporates to provide an immersive audio </a:t>
            </a:r>
            <a:r>
              <a:rPr lang="en-GB" sz="2000" dirty="0">
                <a:ea typeface="+mn-lt"/>
                <a:cs typeface="+mn-lt"/>
              </a:rPr>
              <a:t>experience. This was added to</a:t>
            </a:r>
          </a:p>
          <a:p>
            <a:r>
              <a:rPr lang="en-GB" sz="2000" dirty="0">
                <a:ea typeface="+mn-lt"/>
                <a:cs typeface="+mn-lt"/>
              </a:rPr>
              <a:t>     allow for a better user experience, accessibility and damage to mental health (in a good way :D)</a:t>
            </a:r>
            <a:endParaRPr lang="en-GB" sz="2000"/>
          </a:p>
          <a:p>
            <a:endParaRPr lang="en-GB" sz="2000" dirty="0">
              <a:ea typeface="+mn-lt"/>
              <a:cs typeface="+mn-lt"/>
            </a:endParaRPr>
          </a:p>
          <a:p>
            <a:pPr marL="285750" indent="-285750">
              <a:buFont typeface="Arial"/>
              <a:buChar char="•"/>
            </a:pPr>
            <a:r>
              <a:rPr lang="en-GB" sz="2000" dirty="0" err="1">
                <a:ea typeface="+mn-lt"/>
                <a:cs typeface="+mn-lt"/>
              </a:rPr>
              <a:t>Vultr</a:t>
            </a:r>
            <a:endParaRPr lang="en-GB" sz="2000"/>
          </a:p>
          <a:p>
            <a:r>
              <a:rPr lang="en-GB" sz="2000" dirty="0">
                <a:ea typeface="+mn-lt"/>
                <a:cs typeface="+mn-lt"/>
              </a:rPr>
              <a:t>    Easy and manageable deployment of our web app on </a:t>
            </a:r>
            <a:r>
              <a:rPr lang="en-GB" sz="2000" dirty="0" err="1">
                <a:ea typeface="+mn-lt"/>
                <a:cs typeface="+mn-lt"/>
              </a:rPr>
              <a:t>vultr</a:t>
            </a:r>
            <a:r>
              <a:rPr lang="en-GB" sz="2000" dirty="0">
                <a:ea typeface="+mn-lt"/>
                <a:cs typeface="+mn-lt"/>
              </a:rPr>
              <a:t> to provide an interactive demo with an </a:t>
            </a:r>
            <a:endParaRPr lang="en-GB" sz="2000"/>
          </a:p>
          <a:p>
            <a:r>
              <a:rPr lang="en-GB" sz="2000">
                <a:ea typeface="+mn-lt"/>
                <a:cs typeface="+mn-lt"/>
              </a:rPr>
              <a:t>    infrastructure than does not bottleneck.</a:t>
            </a:r>
            <a:endParaRPr lang="en-GB" sz="2000"/>
          </a:p>
          <a:p>
            <a:endParaRPr lang="en-GB" dirty="0"/>
          </a:p>
        </p:txBody>
      </p:sp>
    </p:spTree>
    <p:extLst>
      <p:ext uri="{BB962C8B-B14F-4D97-AF65-F5344CB8AC3E}">
        <p14:creationId xmlns:p14="http://schemas.microsoft.com/office/powerpoint/2010/main" val="3137877726"/>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1F6DC-9BAA-F35E-EA4E-9E698C2BD89A}"/>
              </a:ext>
            </a:extLst>
          </p:cNvPr>
          <p:cNvSpPr>
            <a:spLocks noGrp="1"/>
          </p:cNvSpPr>
          <p:nvPr>
            <p:ph type="title"/>
          </p:nvPr>
        </p:nvSpPr>
        <p:spPr>
          <a:xfrm>
            <a:off x="376989" y="2039194"/>
            <a:ext cx="6705599" cy="914400"/>
          </a:xfrm>
        </p:spPr>
        <p:txBody>
          <a:bodyPr>
            <a:normAutofit fontScale="90000"/>
          </a:bodyPr>
          <a:lstStyle/>
          <a:p>
            <a:pPr algn="ctr"/>
            <a:r>
              <a:rPr lang="en-GB" b="1" dirty="0">
                <a:ea typeface="+mj-lt"/>
                <a:cs typeface="+mj-lt"/>
              </a:rPr>
              <a:t>AI GMI </a:t>
            </a:r>
            <a:br>
              <a:rPr lang="en-GB" b="1" dirty="0">
                <a:ea typeface="+mj-lt"/>
                <a:cs typeface="+mj-lt"/>
              </a:rPr>
            </a:br>
            <a:r>
              <a:rPr lang="en-GB" b="1" dirty="0">
                <a:ea typeface="+mj-lt"/>
                <a:cs typeface="+mj-lt"/>
              </a:rPr>
              <a:t>(Are we </a:t>
            </a:r>
            <a:r>
              <a:rPr lang="en-GB" b="1" dirty="0" err="1">
                <a:ea typeface="+mj-lt"/>
                <a:cs typeface="+mj-lt"/>
              </a:rPr>
              <a:t>Gonna</a:t>
            </a:r>
            <a:r>
              <a:rPr lang="en-GB" b="1" dirty="0">
                <a:ea typeface="+mj-lt"/>
                <a:cs typeface="+mj-lt"/>
              </a:rPr>
              <a:t> Make It???)</a:t>
            </a:r>
            <a:endParaRPr lang="en-US" b="1" dirty="0"/>
          </a:p>
        </p:txBody>
      </p:sp>
      <p:sp>
        <p:nvSpPr>
          <p:cNvPr id="3" name="Content Placeholder 2">
            <a:extLst>
              <a:ext uri="{FF2B5EF4-FFF2-40B4-BE49-F238E27FC236}">
                <a16:creationId xmlns:a16="http://schemas.microsoft.com/office/drawing/2014/main" id="{B366C4DE-AD3F-4E32-D7FE-E3A7A66B2F8B}"/>
              </a:ext>
            </a:extLst>
          </p:cNvPr>
          <p:cNvSpPr>
            <a:spLocks noGrp="1"/>
          </p:cNvSpPr>
          <p:nvPr>
            <p:ph idx="1"/>
          </p:nvPr>
        </p:nvSpPr>
        <p:spPr>
          <a:xfrm>
            <a:off x="747963" y="3430846"/>
            <a:ext cx="5763126" cy="2207955"/>
          </a:xfrm>
        </p:spPr>
        <p:txBody>
          <a:bodyPr vert="horz" lIns="91440" tIns="45720" rIns="91440" bIns="45720" rtlCol="0" anchor="t">
            <a:normAutofit/>
          </a:bodyPr>
          <a:lstStyle/>
          <a:p>
            <a:pPr algn="ctr"/>
            <a:r>
              <a:rPr lang="en-GB" sz="3600" b="1">
                <a:latin typeface="Chamberi Super Display"/>
                <a:ea typeface="+mn-lt"/>
                <a:cs typeface="+mn-lt"/>
              </a:rPr>
              <a:t>Thank you very much for listening and testing out our demo!!</a:t>
            </a:r>
            <a:endParaRPr lang="en-US">
              <a:latin typeface="Chamberi Super Display"/>
            </a:endParaRPr>
          </a:p>
          <a:p>
            <a:endParaRPr lang="en-GB" sz="3600" dirty="0">
              <a:latin typeface="Chamberi Super Display"/>
            </a:endParaRPr>
          </a:p>
        </p:txBody>
      </p:sp>
      <p:pic>
        <p:nvPicPr>
          <p:cNvPr id="6" name="Picture 5" descr="A grey object with a white paper on top of it&#10;&#10;AI-generated content may be incorrect.">
            <a:extLst>
              <a:ext uri="{FF2B5EF4-FFF2-40B4-BE49-F238E27FC236}">
                <a16:creationId xmlns:a16="http://schemas.microsoft.com/office/drawing/2014/main" id="{49B65357-C992-3EF6-8F44-374D08593964}"/>
              </a:ext>
            </a:extLst>
          </p:cNvPr>
          <p:cNvPicPr>
            <a:picLocks noChangeAspect="1"/>
          </p:cNvPicPr>
          <p:nvPr/>
        </p:nvPicPr>
        <p:blipFill>
          <a:blip r:embed="rId2"/>
          <a:stretch>
            <a:fillRect/>
          </a:stretch>
        </p:blipFill>
        <p:spPr>
          <a:xfrm>
            <a:off x="7267895" y="1728971"/>
            <a:ext cx="3467313" cy="3400246"/>
          </a:xfrm>
          <a:prstGeom prst="rect">
            <a:avLst/>
          </a:prstGeom>
        </p:spPr>
      </p:pic>
    </p:spTree>
    <p:extLst>
      <p:ext uri="{BB962C8B-B14F-4D97-AF65-F5344CB8AC3E}">
        <p14:creationId xmlns:p14="http://schemas.microsoft.com/office/powerpoint/2010/main" val="2424317587"/>
      </p:ext>
    </p:extLst>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sld>
</file>

<file path=ppt/theme/theme1.xml><?xml version="1.0" encoding="utf-8"?>
<a:theme xmlns:a="http://schemas.openxmlformats.org/drawingml/2006/main" name="Prismatic polygons">
  <a:themeElements>
    <a:clrScheme name="Glassmorphism">
      <a:dk1>
        <a:srgbClr val="2A0053"/>
      </a:dk1>
      <a:lt1>
        <a:srgbClr val="FFFFFF"/>
      </a:lt1>
      <a:dk2>
        <a:srgbClr val="000000"/>
      </a:dk2>
      <a:lt2>
        <a:srgbClr val="EEEFE7"/>
      </a:lt2>
      <a:accent1>
        <a:srgbClr val="FF8A28"/>
      </a:accent1>
      <a:accent2>
        <a:srgbClr val="F195FF"/>
      </a:accent2>
      <a:accent3>
        <a:srgbClr val="E227FF"/>
      </a:accent3>
      <a:accent4>
        <a:srgbClr val="FF0004"/>
      </a:accent4>
      <a:accent5>
        <a:srgbClr val="1906C5"/>
      </a:accent5>
      <a:accent6>
        <a:srgbClr val="31B564"/>
      </a:accent6>
      <a:hlink>
        <a:srgbClr val="467886"/>
      </a:hlink>
      <a:folHlink>
        <a:srgbClr val="96607D"/>
      </a:folHlink>
    </a:clrScheme>
    <a:fontScheme name="Custom 82">
      <a:majorFont>
        <a:latin typeface="Chamberi Super Display"/>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lassmorphism_win32_SD_V5" id="{E43A2CAE-029B-46E8-8085-D6AC37FEAB72}" vid="{9BD0D0BD-C5D3-42A7-8670-EE25EA22238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5</Words>
  <Application>Microsoft Office PowerPoint</Application>
  <PresentationFormat>Widescreen</PresentationFormat>
  <Paragraphs>3</Paragraphs>
  <Slides>9</Slides>
  <Notes>2</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Prismatic polygons</vt:lpstr>
      <vt:lpstr>Hackathon</vt:lpstr>
      <vt:lpstr>Context / The Problem</vt:lpstr>
      <vt:lpstr>Our solution – AI GMI </vt:lpstr>
      <vt:lpstr>Our solution – AI GMI </vt:lpstr>
      <vt:lpstr>Demo </vt:lpstr>
      <vt:lpstr>Tech Stack </vt:lpstr>
      <vt:lpstr>More about our project </vt:lpstr>
      <vt:lpstr>More about our project </vt:lpstr>
      <vt:lpstr>AI GMI  (Are we Gonna Make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296</cp:revision>
  <dcterms:created xsi:type="dcterms:W3CDTF">2026-05-10T07:25:58Z</dcterms:created>
  <dcterms:modified xsi:type="dcterms:W3CDTF">2026-05-10T08:30:48Z</dcterms:modified>
</cp:coreProperties>
</file>